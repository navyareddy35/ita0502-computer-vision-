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352B383-2691-4A58-941D-BD1DC5FD3592}">
          <p14:sldIdLst>
            <p14:sldId id="256"/>
            <p14:sldId id="257"/>
            <p14:sldId id="258"/>
            <p14:sldId id="259"/>
            <p14:sldId id="260"/>
            <p14:sldId id="264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66C564-4461-4651-B66A-38674A68271D}" v="40" dt="2026-07-16T01:17:4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ya yarrabolu" userId="809698a01a0ed142" providerId="LiveId" clId="{FF6A75D6-8442-480B-A9C3-ADFB508D82B1}"/>
    <pc:docChg chg="undo custSel delSld modSld modSection">
      <pc:chgData name="navya yarrabolu" userId="809698a01a0ed142" providerId="LiveId" clId="{FF6A75D6-8442-480B-A9C3-ADFB508D82B1}" dt="2026-07-16T01:17:57.437" v="535" actId="20577"/>
      <pc:docMkLst>
        <pc:docMk/>
      </pc:docMkLst>
      <pc:sldChg chg="modSp mod">
        <pc:chgData name="navya yarrabolu" userId="809698a01a0ed142" providerId="LiveId" clId="{FF6A75D6-8442-480B-A9C3-ADFB508D82B1}" dt="2026-07-16T01:17:57.437" v="535" actId="20577"/>
        <pc:sldMkLst>
          <pc:docMk/>
          <pc:sldMk cId="3035654010" sldId="256"/>
        </pc:sldMkLst>
        <pc:spChg chg="mod">
          <ac:chgData name="navya yarrabolu" userId="809698a01a0ed142" providerId="LiveId" clId="{FF6A75D6-8442-480B-A9C3-ADFB508D82B1}" dt="2026-07-16T01:14:58.029" v="495" actId="20577"/>
          <ac:spMkLst>
            <pc:docMk/>
            <pc:sldMk cId="3035654010" sldId="256"/>
            <ac:spMk id="2" creationId="{15F5F671-0A95-6607-5EBC-34A933155566}"/>
          </ac:spMkLst>
        </pc:spChg>
        <pc:spChg chg="mod">
          <ac:chgData name="navya yarrabolu" userId="809698a01a0ed142" providerId="LiveId" clId="{FF6A75D6-8442-480B-A9C3-ADFB508D82B1}" dt="2026-07-16T01:17:57.437" v="535" actId="20577"/>
          <ac:spMkLst>
            <pc:docMk/>
            <pc:sldMk cId="3035654010" sldId="256"/>
            <ac:spMk id="3" creationId="{B3761F17-4731-F291-ADFD-E892C5E5CD88}"/>
          </ac:spMkLst>
        </pc:spChg>
        <pc:spChg chg="mod">
          <ac:chgData name="navya yarrabolu" userId="809698a01a0ed142" providerId="LiveId" clId="{FF6A75D6-8442-480B-A9C3-ADFB508D82B1}" dt="2026-07-16T01:00:17.258" v="96" actId="20577"/>
          <ac:spMkLst>
            <pc:docMk/>
            <pc:sldMk cId="3035654010" sldId="256"/>
            <ac:spMk id="5" creationId="{7A361000-3217-EA02-E08D-0E45ECDD0D70}"/>
          </ac:spMkLst>
        </pc:spChg>
      </pc:sldChg>
      <pc:sldChg chg="modSp mod">
        <pc:chgData name="navya yarrabolu" userId="809698a01a0ed142" providerId="LiveId" clId="{FF6A75D6-8442-480B-A9C3-ADFB508D82B1}" dt="2026-07-16T01:15:28.028" v="500" actId="2711"/>
        <pc:sldMkLst>
          <pc:docMk/>
          <pc:sldMk cId="3532140365" sldId="257"/>
        </pc:sldMkLst>
        <pc:spChg chg="mod">
          <ac:chgData name="navya yarrabolu" userId="809698a01a0ed142" providerId="LiveId" clId="{FF6A75D6-8442-480B-A9C3-ADFB508D82B1}" dt="2026-07-16T01:15:17.047" v="498" actId="113"/>
          <ac:spMkLst>
            <pc:docMk/>
            <pc:sldMk cId="3532140365" sldId="257"/>
            <ac:spMk id="2" creationId="{AFC8912A-0149-29E9-3F7F-52B1EE0CC346}"/>
          </ac:spMkLst>
        </pc:spChg>
        <pc:spChg chg="mod">
          <ac:chgData name="navya yarrabolu" userId="809698a01a0ed142" providerId="LiveId" clId="{FF6A75D6-8442-480B-A9C3-ADFB508D82B1}" dt="2026-07-16T01:15:28.028" v="500" actId="2711"/>
          <ac:spMkLst>
            <pc:docMk/>
            <pc:sldMk cId="3532140365" sldId="257"/>
            <ac:spMk id="3" creationId="{C6AB39D6-9C4B-B60E-76B9-8C4B903563BF}"/>
          </ac:spMkLst>
        </pc:spChg>
      </pc:sldChg>
      <pc:sldChg chg="addSp modSp mod">
        <pc:chgData name="navya yarrabolu" userId="809698a01a0ed142" providerId="LiveId" clId="{FF6A75D6-8442-480B-A9C3-ADFB508D82B1}" dt="2026-07-16T01:16:13.047" v="507" actId="113"/>
        <pc:sldMkLst>
          <pc:docMk/>
          <pc:sldMk cId="3744790110" sldId="258"/>
        </pc:sldMkLst>
        <pc:spChg chg="mod">
          <ac:chgData name="navya yarrabolu" userId="809698a01a0ed142" providerId="LiveId" clId="{FF6A75D6-8442-480B-A9C3-ADFB508D82B1}" dt="2026-07-16T01:15:45.274" v="503"/>
          <ac:spMkLst>
            <pc:docMk/>
            <pc:sldMk cId="3744790110" sldId="258"/>
            <ac:spMk id="2" creationId="{C1B2D36B-7E31-9DAD-CABB-D6229C982CDC}"/>
          </ac:spMkLst>
        </pc:spChg>
        <pc:spChg chg="mod">
          <ac:chgData name="navya yarrabolu" userId="809698a01a0ed142" providerId="LiveId" clId="{FF6A75D6-8442-480B-A9C3-ADFB508D82B1}" dt="2026-07-16T01:16:13.047" v="507" actId="113"/>
          <ac:spMkLst>
            <pc:docMk/>
            <pc:sldMk cId="3744790110" sldId="258"/>
            <ac:spMk id="3" creationId="{3281C8E3-D1BA-4021-BAA4-3F47E0D28C23}"/>
          </ac:spMkLst>
        </pc:spChg>
        <pc:graphicFrameChg chg="add mod modGraphic">
          <ac:chgData name="navya yarrabolu" userId="809698a01a0ed142" providerId="LiveId" clId="{FF6A75D6-8442-480B-A9C3-ADFB508D82B1}" dt="2026-07-16T01:16:07.058" v="506" actId="2711"/>
          <ac:graphicFrameMkLst>
            <pc:docMk/>
            <pc:sldMk cId="3744790110" sldId="258"/>
            <ac:graphicFrameMk id="4" creationId="{066403FD-3723-D014-47A0-2C86BE27FAB5}"/>
          </ac:graphicFrameMkLst>
        </pc:graphicFrameChg>
      </pc:sldChg>
      <pc:sldChg chg="addSp delSp modSp mod modClrScheme chgLayout">
        <pc:chgData name="navya yarrabolu" userId="809698a01a0ed142" providerId="LiveId" clId="{FF6A75D6-8442-480B-A9C3-ADFB508D82B1}" dt="2026-07-16T01:16:52.793" v="514"/>
        <pc:sldMkLst>
          <pc:docMk/>
          <pc:sldMk cId="2461223307" sldId="259"/>
        </pc:sldMkLst>
        <pc:spChg chg="mod ord">
          <ac:chgData name="navya yarrabolu" userId="809698a01a0ed142" providerId="LiveId" clId="{FF6A75D6-8442-480B-A9C3-ADFB508D82B1}" dt="2026-07-16T01:16:52.793" v="514"/>
          <ac:spMkLst>
            <pc:docMk/>
            <pc:sldMk cId="2461223307" sldId="259"/>
            <ac:spMk id="2" creationId="{4E11074E-36F9-AFD2-AE73-2F850D0847FB}"/>
          </ac:spMkLst>
        </pc:spChg>
        <pc:spChg chg="add del mod ord">
          <ac:chgData name="navya yarrabolu" userId="809698a01a0ed142" providerId="LiveId" clId="{FF6A75D6-8442-480B-A9C3-ADFB508D82B1}" dt="2026-07-16T01:16:35.446" v="510"/>
          <ac:spMkLst>
            <pc:docMk/>
            <pc:sldMk cId="2461223307" sldId="259"/>
            <ac:spMk id="3" creationId="{D537AB43-5D62-8C1E-A965-3BC0EEA17D5A}"/>
          </ac:spMkLst>
        </pc:spChg>
        <pc:spChg chg="add del mod ord">
          <ac:chgData name="navya yarrabolu" userId="809698a01a0ed142" providerId="LiveId" clId="{FF6A75D6-8442-480B-A9C3-ADFB508D82B1}" dt="2026-07-16T01:16:40.941" v="511" actId="113"/>
          <ac:spMkLst>
            <pc:docMk/>
            <pc:sldMk cId="2461223307" sldId="259"/>
            <ac:spMk id="4" creationId="{50FA712E-0093-C65A-DC69-3A065E3D0A19}"/>
          </ac:spMkLst>
        </pc:spChg>
        <pc:graphicFrameChg chg="add del mod ord modGraphic">
          <ac:chgData name="navya yarrabolu" userId="809698a01a0ed142" providerId="LiveId" clId="{FF6A75D6-8442-480B-A9C3-ADFB508D82B1}" dt="2026-07-16T01:08:35.627" v="374" actId="3680"/>
          <ac:graphicFrameMkLst>
            <pc:docMk/>
            <pc:sldMk cId="2461223307" sldId="259"/>
            <ac:graphicFrameMk id="5" creationId="{A0506986-8153-DFE9-FDC5-1324E0FA2DB3}"/>
          </ac:graphicFrameMkLst>
        </pc:graphicFrameChg>
        <pc:graphicFrameChg chg="add mod modGraphic">
          <ac:chgData name="navya yarrabolu" userId="809698a01a0ed142" providerId="LiveId" clId="{FF6A75D6-8442-480B-A9C3-ADFB508D82B1}" dt="2026-07-16T01:09:29.533" v="385"/>
          <ac:graphicFrameMkLst>
            <pc:docMk/>
            <pc:sldMk cId="2461223307" sldId="259"/>
            <ac:graphicFrameMk id="6" creationId="{BCE0A807-5ED7-B493-C655-AB398B2A3D10}"/>
          </ac:graphicFrameMkLst>
        </pc:graphicFrameChg>
      </pc:sldChg>
      <pc:sldChg chg="addSp delSp modSp mod">
        <pc:chgData name="navya yarrabolu" userId="809698a01a0ed142" providerId="LiveId" clId="{FF6A75D6-8442-480B-A9C3-ADFB508D82B1}" dt="2026-07-16T01:17:43.403" v="525"/>
        <pc:sldMkLst>
          <pc:docMk/>
          <pc:sldMk cId="1252620297" sldId="260"/>
        </pc:sldMkLst>
        <pc:spChg chg="add del">
          <ac:chgData name="navya yarrabolu" userId="809698a01a0ed142" providerId="LiveId" clId="{FF6A75D6-8442-480B-A9C3-ADFB508D82B1}" dt="2026-07-16T01:11:21.642" v="424" actId="22"/>
          <ac:spMkLst>
            <pc:docMk/>
            <pc:sldMk cId="1252620297" sldId="260"/>
            <ac:spMk id="4" creationId="{60EA7FD3-ECED-739A-C6AD-3D557508C701}"/>
          </ac:spMkLst>
        </pc:spChg>
        <pc:spChg chg="mod">
          <ac:chgData name="navya yarrabolu" userId="809698a01a0ed142" providerId="LiveId" clId="{FF6A75D6-8442-480B-A9C3-ADFB508D82B1}" dt="2026-07-16T01:17:43.403" v="525"/>
          <ac:spMkLst>
            <pc:docMk/>
            <pc:sldMk cId="1252620297" sldId="260"/>
            <ac:spMk id="5" creationId="{1FC50F1E-3719-AD71-842C-EB3F24501654}"/>
          </ac:spMkLst>
        </pc:spChg>
        <pc:spChg chg="add del mod">
          <ac:chgData name="navya yarrabolu" userId="809698a01a0ed142" providerId="LiveId" clId="{FF6A75D6-8442-480B-A9C3-ADFB508D82B1}" dt="2026-07-16T01:17:23.383" v="520"/>
          <ac:spMkLst>
            <pc:docMk/>
            <pc:sldMk cId="1252620297" sldId="260"/>
            <ac:spMk id="6" creationId="{4E6CF2CA-EC61-5381-1561-61B00C04359E}"/>
          </ac:spMkLst>
        </pc:spChg>
        <pc:graphicFrameChg chg="add del mod ord modGraphic">
          <ac:chgData name="navya yarrabolu" userId="809698a01a0ed142" providerId="LiveId" clId="{FF6A75D6-8442-480B-A9C3-ADFB508D82B1}" dt="2026-07-16T01:11:23.401" v="430" actId="3680"/>
          <ac:graphicFrameMkLst>
            <pc:docMk/>
            <pc:sldMk cId="1252620297" sldId="260"/>
            <ac:graphicFrameMk id="2" creationId="{014C7B9D-9C95-1186-A212-8A57A6A42C19}"/>
          </ac:graphicFrameMkLst>
        </pc:graphicFrameChg>
        <pc:graphicFrameChg chg="add mod modGraphic">
          <ac:chgData name="navya yarrabolu" userId="809698a01a0ed142" providerId="LiveId" clId="{FF6A75D6-8442-480B-A9C3-ADFB508D82B1}" dt="2026-07-16T01:17:30.709" v="522" actId="2711"/>
          <ac:graphicFrameMkLst>
            <pc:docMk/>
            <pc:sldMk cId="1252620297" sldId="260"/>
            <ac:graphicFrameMk id="7" creationId="{B1B92885-656A-396B-6FE1-537E96EAAC24}"/>
          </ac:graphicFrameMkLst>
        </pc:graphicFrameChg>
      </pc:sldChg>
      <pc:sldChg chg="del">
        <pc:chgData name="navya yarrabolu" userId="809698a01a0ed142" providerId="LiveId" clId="{FF6A75D6-8442-480B-A9C3-ADFB508D82B1}" dt="2026-07-16T01:14:22.014" v="491" actId="47"/>
        <pc:sldMkLst>
          <pc:docMk/>
          <pc:sldMk cId="1177759153" sldId="261"/>
        </pc:sldMkLst>
      </pc:sldChg>
      <pc:sldChg chg="addSp delSp modSp mod modClrScheme chgLayout">
        <pc:chgData name="navya yarrabolu" userId="809698a01a0ed142" providerId="LiveId" clId="{FF6A75D6-8442-480B-A9C3-ADFB508D82B1}" dt="2026-07-16T01:14:16.191" v="490"/>
        <pc:sldMkLst>
          <pc:docMk/>
          <pc:sldMk cId="2609850014" sldId="264"/>
        </pc:sldMkLst>
        <pc:spChg chg="add mod">
          <ac:chgData name="navya yarrabolu" userId="809698a01a0ed142" providerId="LiveId" clId="{FF6A75D6-8442-480B-A9C3-ADFB508D82B1}" dt="2026-07-16T01:13:58.943" v="488" actId="2711"/>
          <ac:spMkLst>
            <pc:docMk/>
            <pc:sldMk cId="2609850014" sldId="264"/>
            <ac:spMk id="2" creationId="{CD015010-D027-DB03-877B-4011C8E733D0}"/>
          </ac:spMkLst>
        </pc:spChg>
        <pc:spChg chg="add mod">
          <ac:chgData name="navya yarrabolu" userId="809698a01a0ed142" providerId="LiveId" clId="{FF6A75D6-8442-480B-A9C3-ADFB508D82B1}" dt="2026-07-16T01:14:16.191" v="490"/>
          <ac:spMkLst>
            <pc:docMk/>
            <pc:sldMk cId="2609850014" sldId="264"/>
            <ac:spMk id="3" creationId="{AFFCDBD2-E114-25AD-D8A9-B71BD24121E2}"/>
          </ac:spMkLst>
        </pc:spChg>
        <pc:picChg chg="del">
          <ac:chgData name="navya yarrabolu" userId="809698a01a0ed142" providerId="LiveId" clId="{FF6A75D6-8442-480B-A9C3-ADFB508D82B1}" dt="2026-07-16T01:12:58.553" v="469" actId="478"/>
          <ac:picMkLst>
            <pc:docMk/>
            <pc:sldMk cId="2609850014" sldId="264"/>
            <ac:picMk id="4" creationId="{7895DF36-7091-2E98-73DF-E088BA2D97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2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6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44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307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41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59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128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5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50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04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680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4918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851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673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202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105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9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06A76D0-64D0-47EE-9FE6-4390D5EE2D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8080D0C-7144-40DC-B976-177D7256A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550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F671-0A95-6607-5EBC-34A933155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1783"/>
            <a:ext cx="10364451" cy="241520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of Image Acquisition Noise and Noise Reduction Techniques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ITA0502-Computer vision</a:t>
            </a:r>
            <a:endParaRPr lang="en-IN" sz="31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61F17-4731-F291-ADFD-E892C5E5CD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8358" y="4195022"/>
            <a:ext cx="4035286" cy="1596177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Navya y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192425177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361000-3217-EA02-E08D-0E45ECDD0D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3313" y="4293704"/>
            <a:ext cx="3654287" cy="1497495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marL="0" indent="0" algn="ctr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Dr.r.c.jeni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gracia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54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912A-0149-29E9-3F7F-52B1EE0C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39D6-9C4B-B60E-76B9-8C4B903563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4887" y="2365514"/>
            <a:ext cx="10442713" cy="3425686"/>
          </a:xfrm>
        </p:spPr>
        <p:txBody>
          <a:bodyPr/>
          <a:lstStyle/>
          <a:p>
            <a:pPr marL="0" indent="0">
              <a:buNone/>
            </a:pP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Noise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Is The Process Of Capturing Images Using Cameras Or Sensors.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Acquisition, Unwanted Disturbances Called </a:t>
            </a: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Introduced.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Reduces Image Quality And Affects Computer Vision Applications.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 Is Essential For Accurate Image Analysis And Recognition. </a:t>
            </a:r>
          </a:p>
          <a:p>
            <a:pPr marL="0" indent="0">
              <a:buNone/>
            </a:pP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Suggestion: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Capturing An Image With A Clean Image Vs Noisy Image. </a:t>
            </a:r>
          </a:p>
          <a:p>
            <a:pPr marL="0" indent="0">
              <a:buNone/>
            </a:pPr>
            <a:endParaRPr lang="en-IN" cap="none" dirty="0"/>
          </a:p>
        </p:txBody>
      </p:sp>
    </p:spTree>
    <p:extLst>
      <p:ext uri="{BB962C8B-B14F-4D97-AF65-F5344CB8AC3E}">
        <p14:creationId xmlns:p14="http://schemas.microsoft.com/office/powerpoint/2010/main" val="353214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D36B-7E31-9DAD-CABB-D6229C98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Sources Of Image Acquisition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1C8E3-D1BA-4021-BAA4-3F47E0D28C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5191" y="1838740"/>
            <a:ext cx="10492409" cy="48801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Noise:</a:t>
            </a:r>
          </a:p>
          <a:p>
            <a:pPr marL="0" indent="0">
              <a:buNone/>
            </a:pP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Causes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Illumination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Sensor Temperature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On Camera Lens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Interference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6403FD-3723-D014-47A0-2C86BE27F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173727"/>
              </p:ext>
            </p:extLst>
          </p:nvPr>
        </p:nvGraphicFramePr>
        <p:xfrm>
          <a:off x="4035286" y="2057400"/>
          <a:ext cx="6124713" cy="295441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41571">
                  <a:extLst>
                    <a:ext uri="{9D8B030D-6E8A-4147-A177-3AD203B41FA5}">
                      <a16:colId xmlns:a16="http://schemas.microsoft.com/office/drawing/2014/main" val="4133112111"/>
                    </a:ext>
                  </a:extLst>
                </a:gridCol>
                <a:gridCol w="2041571">
                  <a:extLst>
                    <a:ext uri="{9D8B030D-6E8A-4147-A177-3AD203B41FA5}">
                      <a16:colId xmlns:a16="http://schemas.microsoft.com/office/drawing/2014/main" val="2354924181"/>
                    </a:ext>
                  </a:extLst>
                </a:gridCol>
                <a:gridCol w="2041571">
                  <a:extLst>
                    <a:ext uri="{9D8B030D-6E8A-4147-A177-3AD203B41FA5}">
                      <a16:colId xmlns:a16="http://schemas.microsoft.com/office/drawing/2014/main" val="3114476920"/>
                    </a:ext>
                  </a:extLst>
                </a:gridCol>
              </a:tblGrid>
              <a:tr h="394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Appearance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06614"/>
                  </a:ext>
                </a:extLst>
              </a:tr>
              <a:tr h="634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electronics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grainy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190854"/>
                  </a:ext>
                </a:extLst>
              </a:tr>
              <a:tr h="634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Salt &amp; Pepper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Transmission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 and white dots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233459"/>
                  </a:ext>
                </a:extLst>
              </a:tr>
              <a:tr h="634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Poisson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light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intensity variations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535320"/>
                  </a:ext>
                </a:extLst>
              </a:tr>
              <a:tr h="634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Speckle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Radar/Ultrasound imaging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Grainy texture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187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790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074E-36F9-AFD2-AE73-2F850D084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59027"/>
            <a:ext cx="10364451" cy="1580321"/>
          </a:xfrm>
        </p:spPr>
        <p:txBody>
          <a:bodyPr/>
          <a:lstStyle/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Noise On Image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7AB43-5D62-8C1E-A965-3BC0EEA17D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8113" y="2367092"/>
            <a:ext cx="5711687" cy="34241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Noise</a:t>
            </a:r>
          </a:p>
          <a:p>
            <a:r>
              <a:rPr lang="en-IN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Image Clarity. </a:t>
            </a:r>
          </a:p>
          <a:p>
            <a:r>
              <a:rPr lang="en-IN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Blurs Important Details. </a:t>
            </a:r>
          </a:p>
          <a:p>
            <a:r>
              <a:rPr lang="en-IN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Edge Detection Difficult. </a:t>
            </a:r>
          </a:p>
          <a:p>
            <a:r>
              <a:rPr lang="en-IN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Lowers Segmentation Accuracy. </a:t>
            </a:r>
          </a:p>
          <a:p>
            <a:r>
              <a:rPr lang="en-IN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Object Detection Performance.</a:t>
            </a:r>
          </a:p>
          <a:p>
            <a:pPr marL="0" indent="0">
              <a:buNone/>
            </a:pPr>
            <a:endParaRPr lang="en-US" sz="1800" cap="non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A712E-0093-C65A-DC69-3A065E3D0A1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Quality Comparison: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E0A807-5ED7-B493-C655-AB398B2A3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95850"/>
              </p:ext>
            </p:extLst>
          </p:nvPr>
        </p:nvGraphicFramePr>
        <p:xfrm>
          <a:off x="6907696" y="3190461"/>
          <a:ext cx="3558208" cy="192819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79104">
                  <a:extLst>
                    <a:ext uri="{9D8B030D-6E8A-4147-A177-3AD203B41FA5}">
                      <a16:colId xmlns:a16="http://schemas.microsoft.com/office/drawing/2014/main" val="4219688475"/>
                    </a:ext>
                  </a:extLst>
                </a:gridCol>
                <a:gridCol w="1779104">
                  <a:extLst>
                    <a:ext uri="{9D8B030D-6E8A-4147-A177-3AD203B41FA5}">
                      <a16:colId xmlns:a16="http://schemas.microsoft.com/office/drawing/2014/main" val="3014871593"/>
                    </a:ext>
                  </a:extLst>
                </a:gridCol>
              </a:tblGrid>
              <a:tr h="48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Original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Noisy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2666763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Sharp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Blurred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917649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contrast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Reduced contrast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806776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Accurate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Distorted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097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22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C50F1E-3719-AD71-842C-EB3F2450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79513"/>
            <a:ext cx="10364451" cy="1639957"/>
          </a:xfrm>
        </p:spPr>
        <p:txBody>
          <a:bodyPr/>
          <a:lstStyle/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 Techniques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6CF2CA-EC61-5381-1561-61B00C0435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7870" y="1262270"/>
            <a:ext cx="10929731" cy="53571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Filtering Methods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Image Quality.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Important Features.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Object Recognition.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Accuracy In Computer Vision.</a:t>
            </a:r>
          </a:p>
          <a:p>
            <a:pPr marL="0" indent="0">
              <a:buNone/>
            </a:pPr>
            <a:endParaRPr lang="en-US" cap="non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B92885-656A-396B-6FE1-537E96EAA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289080"/>
              </p:ext>
            </p:extLst>
          </p:nvPr>
        </p:nvGraphicFramePr>
        <p:xfrm>
          <a:off x="4581939" y="1918252"/>
          <a:ext cx="5578062" cy="279543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89031">
                  <a:extLst>
                    <a:ext uri="{9D8B030D-6E8A-4147-A177-3AD203B41FA5}">
                      <a16:colId xmlns:a16="http://schemas.microsoft.com/office/drawing/2014/main" val="963667075"/>
                    </a:ext>
                  </a:extLst>
                </a:gridCol>
                <a:gridCol w="2789031">
                  <a:extLst>
                    <a:ext uri="{9D8B030D-6E8A-4147-A177-3AD203B41FA5}">
                      <a16:colId xmlns:a16="http://schemas.microsoft.com/office/drawing/2014/main" val="1498545401"/>
                    </a:ext>
                  </a:extLst>
                </a:gridCol>
              </a:tblGrid>
              <a:tr h="538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138583"/>
                  </a:ext>
                </a:extLst>
              </a:tr>
              <a:tr h="538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 Gaussian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740047"/>
                  </a:ext>
                </a:extLst>
              </a:tr>
              <a:tr h="538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Salt &amp; Pepper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180141"/>
                  </a:ext>
                </a:extLst>
              </a:tr>
              <a:tr h="538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752258"/>
                  </a:ext>
                </a:extLst>
              </a:tr>
              <a:tr h="635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Bilateral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 Removal While Preserving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77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620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5010-D027-DB03-877B-4011C8E7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CDBD2-E114-25AD-D8A9-B71BD24121E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Noise Is Unavoidable During Image Capture.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Noise Types Require Different Filtering Techniques.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Median Filter Is Effective For Salt &amp; Pepper Noise.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Filter Works Well For Gaussian Noise. 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 Improves Image Quality And Computer Vision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260985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E7154C-2344-3AE2-B943-9035A6749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7072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51</TotalTime>
  <Words>300</Words>
  <Application>Microsoft Office PowerPoint</Application>
  <PresentationFormat>Widescreen</PresentationFormat>
  <Paragraphs>86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Tw Cen MT</vt:lpstr>
      <vt:lpstr>Droplet</vt:lpstr>
      <vt:lpstr>Investigation of Image Acquisition Noise and Noise Reduction Techniques  ITA0502-Computer vision</vt:lpstr>
      <vt:lpstr>Introduction</vt:lpstr>
      <vt:lpstr>Common Sources Of Image Acquisition Noise</vt:lpstr>
      <vt:lpstr>Effects Of Noise On Image Quality</vt:lpstr>
      <vt:lpstr>Noise Reduction Techniques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 yarrabolu</dc:creator>
  <cp:lastModifiedBy>navya yarrabolu</cp:lastModifiedBy>
  <cp:revision>1</cp:revision>
  <dcterms:created xsi:type="dcterms:W3CDTF">2026-05-01T15:16:52Z</dcterms:created>
  <dcterms:modified xsi:type="dcterms:W3CDTF">2026-07-16T01:18:02Z</dcterms:modified>
</cp:coreProperties>
</file>