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60" r:id="rId3"/>
    <p:sldId id="310" r:id="rId4"/>
    <p:sldId id="311" r:id="rId5"/>
    <p:sldId id="309" r:id="rId6"/>
    <p:sldId id="312" r:id="rId7"/>
    <p:sldId id="304" r:id="rId8"/>
    <p:sldId id="305" r:id="rId9"/>
    <p:sldId id="306" r:id="rId10"/>
    <p:sldId id="313" r:id="rId11"/>
    <p:sldId id="314" r:id="rId12"/>
    <p:sldId id="315" r:id="rId13"/>
    <p:sldId id="316" r:id="rId14"/>
    <p:sldId id="267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626E39-DB58-4678-AB21-A28F3B847FEB}" v="98" dt="2026-07-24T16:56:03.01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4404" autoAdjust="0"/>
  </p:normalViewPr>
  <p:slideViewPr>
    <p:cSldViewPr>
      <p:cViewPr varScale="1">
        <p:scale>
          <a:sx n="55" d="100"/>
          <a:sy n="55" d="100"/>
        </p:scale>
        <p:origin x="944" y="3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ka Periyannan" userId="636aeac5ddcf9632" providerId="LiveId" clId="{F759EA95-3E04-4035-9C8C-99B5FC78855A}"/>
    <pc:docChg chg="undo custSel addSld delSld modSld sldOrd">
      <pc:chgData name="Monika Periyannan" userId="636aeac5ddcf9632" providerId="LiveId" clId="{F759EA95-3E04-4035-9C8C-99B5FC78855A}" dt="2026-07-23T04:14:55.022" v="755" actId="207"/>
      <pc:docMkLst>
        <pc:docMk/>
      </pc:docMkLst>
      <pc:sldChg chg="modSp mod">
        <pc:chgData name="Monika Periyannan" userId="636aeac5ddcf9632" providerId="LiveId" clId="{F759EA95-3E04-4035-9C8C-99B5FC78855A}" dt="2026-07-23T04:14:55.022" v="755" actId="207"/>
        <pc:sldMkLst>
          <pc:docMk/>
          <pc:sldMk cId="0" sldId="256"/>
        </pc:sldMkLst>
        <pc:spChg chg="mod">
          <ac:chgData name="Monika Periyannan" userId="636aeac5ddcf9632" providerId="LiveId" clId="{F759EA95-3E04-4035-9C8C-99B5FC78855A}" dt="2026-07-23T04:14:55.022" v="755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Monika Periyannan" userId="636aeac5ddcf9632" providerId="LiveId" clId="{F759EA95-3E04-4035-9C8C-99B5FC78855A}" dt="2026-07-23T04:14:34.323" v="752" actId="1076"/>
          <ac:spMkLst>
            <pc:docMk/>
            <pc:sldMk cId="0" sldId="256"/>
            <ac:spMk id="9" creationId="{28098409-85F6-0F2D-4500-161EB9B0447B}"/>
          </ac:spMkLst>
        </pc:spChg>
        <pc:spChg chg="mod">
          <ac:chgData name="Monika Periyannan" userId="636aeac5ddcf9632" providerId="LiveId" clId="{F759EA95-3E04-4035-9C8C-99B5FC78855A}" dt="2026-07-23T04:14:38.119" v="753" actId="1076"/>
          <ac:spMkLst>
            <pc:docMk/>
            <pc:sldMk cId="0" sldId="256"/>
            <ac:spMk id="10" creationId="{DA3FEC98-D515-71B1-F627-F38CD18D0984}"/>
          </ac:spMkLst>
        </pc:spChg>
        <pc:spChg chg="mod">
          <ac:chgData name="Monika Periyannan" userId="636aeac5ddcf9632" providerId="LiveId" clId="{F759EA95-3E04-4035-9C8C-99B5FC78855A}" dt="2026-07-23T04:14:41.617" v="754" actId="1076"/>
          <ac:spMkLst>
            <pc:docMk/>
            <pc:sldMk cId="0" sldId="256"/>
            <ac:spMk id="11" creationId="{335F1620-4E9A-C4F9-9CC5-6A5289C687FD}"/>
          </ac:spMkLst>
        </pc:spChg>
      </pc:sldChg>
      <pc:sldChg chg="addSp delSp modSp mod ord">
        <pc:chgData name="Monika Periyannan" userId="636aeac5ddcf9632" providerId="LiveId" clId="{F759EA95-3E04-4035-9C8C-99B5FC78855A}" dt="2026-07-22T18:06:04.373" v="357" actId="1076"/>
        <pc:sldMkLst>
          <pc:docMk/>
          <pc:sldMk cId="0" sldId="260"/>
        </pc:sldMkLst>
        <pc:spChg chg="mod">
          <ac:chgData name="Monika Periyannan" userId="636aeac5ddcf9632" providerId="LiveId" clId="{F759EA95-3E04-4035-9C8C-99B5FC78855A}" dt="2026-07-22T18:03:02.930" v="315" actId="1076"/>
          <ac:spMkLst>
            <pc:docMk/>
            <pc:sldMk cId="0" sldId="260"/>
            <ac:spMk id="2" creationId="{00000000-0000-0000-0000-000000000000}"/>
          </ac:spMkLst>
        </pc:spChg>
        <pc:spChg chg="add mod">
          <ac:chgData name="Monika Periyannan" userId="636aeac5ddcf9632" providerId="LiveId" clId="{F759EA95-3E04-4035-9C8C-99B5FC78855A}" dt="2026-07-22T18:06:04.373" v="357" actId="1076"/>
          <ac:spMkLst>
            <pc:docMk/>
            <pc:sldMk cId="0" sldId="260"/>
            <ac:spMk id="8" creationId="{3F17E4B7-334B-139B-C09C-802CDE44FE3C}"/>
          </ac:spMkLst>
        </pc:spChg>
      </pc:sldChg>
      <pc:sldChg chg="add del ord">
        <pc:chgData name="Monika Periyannan" userId="636aeac5ddcf9632" providerId="LiveId" clId="{F759EA95-3E04-4035-9C8C-99B5FC78855A}" dt="2026-07-22T18:10:32.331" v="392"/>
        <pc:sldMkLst>
          <pc:docMk/>
          <pc:sldMk cId="0" sldId="267"/>
        </pc:sldMkLst>
      </pc:sldChg>
      <pc:sldChg chg="addSp delSp modSp mod">
        <pc:chgData name="Monika Periyannan" userId="636aeac5ddcf9632" providerId="LiveId" clId="{F759EA95-3E04-4035-9C8C-99B5FC78855A}" dt="2026-07-23T02:34:15.569" v="503" actId="1076"/>
        <pc:sldMkLst>
          <pc:docMk/>
          <pc:sldMk cId="3174108139" sldId="304"/>
        </pc:sldMkLst>
        <pc:picChg chg="add del mod modCrop">
          <ac:chgData name="Monika Periyannan" userId="636aeac5ddcf9632" providerId="LiveId" clId="{F759EA95-3E04-4035-9C8C-99B5FC78855A}" dt="2026-07-23T01:36:02.106" v="445" actId="478"/>
          <ac:picMkLst>
            <pc:docMk/>
            <pc:sldMk cId="3174108139" sldId="304"/>
            <ac:picMk id="3" creationId="{41C49296-2FB4-354A-779A-26887D4F43DC}"/>
          </ac:picMkLst>
        </pc:picChg>
        <pc:picChg chg="add mod modCrop">
          <ac:chgData name="Monika Periyannan" userId="636aeac5ddcf9632" providerId="LiveId" clId="{F759EA95-3E04-4035-9C8C-99B5FC78855A}" dt="2026-07-23T02:34:15.569" v="503" actId="1076"/>
          <ac:picMkLst>
            <pc:docMk/>
            <pc:sldMk cId="3174108139" sldId="304"/>
            <ac:picMk id="4" creationId="{2356180F-9D0C-3EAD-6B0D-266D2CFF686D}"/>
          </ac:picMkLst>
        </pc:picChg>
      </pc:sldChg>
      <pc:sldChg chg="addSp delSp modSp mod">
        <pc:chgData name="Monika Periyannan" userId="636aeac5ddcf9632" providerId="LiveId" clId="{F759EA95-3E04-4035-9C8C-99B5FC78855A}" dt="2026-07-23T02:35:45.415" v="527" actId="12"/>
        <pc:sldMkLst>
          <pc:docMk/>
          <pc:sldMk cId="3828907968" sldId="305"/>
        </pc:sldMkLst>
        <pc:spChg chg="mod">
          <ac:chgData name="Monika Periyannan" userId="636aeac5ddcf9632" providerId="LiveId" clId="{F759EA95-3E04-4035-9C8C-99B5FC78855A}" dt="2026-07-23T02:35:23.825" v="520" actId="1036"/>
          <ac:spMkLst>
            <pc:docMk/>
            <pc:sldMk cId="3828907968" sldId="305"/>
            <ac:spMk id="5" creationId="{CFE360C5-62E1-0050-C3ED-F80D933A5092}"/>
          </ac:spMkLst>
        </pc:spChg>
        <pc:spChg chg="mod">
          <ac:chgData name="Monika Periyannan" userId="636aeac5ddcf9632" providerId="LiveId" clId="{F759EA95-3E04-4035-9C8C-99B5FC78855A}" dt="2026-07-23T02:35:45.415" v="527" actId="12"/>
          <ac:spMkLst>
            <pc:docMk/>
            <pc:sldMk cId="3828907968" sldId="305"/>
            <ac:spMk id="7" creationId="{2CD5B316-60D9-88CB-81AC-EBAFB8B31CC9}"/>
          </ac:spMkLst>
        </pc:spChg>
        <pc:picChg chg="mod">
          <ac:chgData name="Monika Periyannan" userId="636aeac5ddcf9632" providerId="LiveId" clId="{F759EA95-3E04-4035-9C8C-99B5FC78855A}" dt="2026-07-23T02:35:26.983" v="523" actId="1036"/>
          <ac:picMkLst>
            <pc:docMk/>
            <pc:sldMk cId="3828907968" sldId="305"/>
            <ac:picMk id="2" creationId="{EA67748F-A32B-EE40-D4E8-82A039EEDD80}"/>
          </ac:picMkLst>
        </pc:picChg>
        <pc:picChg chg="add del mod modCrop">
          <ac:chgData name="Monika Periyannan" userId="636aeac5ddcf9632" providerId="LiveId" clId="{F759EA95-3E04-4035-9C8C-99B5FC78855A}" dt="2026-07-23T01:40:10.831" v="475" actId="478"/>
          <ac:picMkLst>
            <pc:docMk/>
            <pc:sldMk cId="3828907968" sldId="305"/>
            <ac:picMk id="4" creationId="{5F93F70F-7343-09B7-D333-35CE8E5F5424}"/>
          </ac:picMkLst>
        </pc:picChg>
        <pc:picChg chg="mod">
          <ac:chgData name="Monika Periyannan" userId="636aeac5ddcf9632" providerId="LiveId" clId="{F759EA95-3E04-4035-9C8C-99B5FC78855A}" dt="2026-07-23T02:35:30.303" v="525" actId="1036"/>
          <ac:picMkLst>
            <pc:docMk/>
            <pc:sldMk cId="3828907968" sldId="305"/>
            <ac:picMk id="6" creationId="{BA77DA75-8183-8F98-DB2A-A5BFCC873BEC}"/>
          </ac:picMkLst>
        </pc:picChg>
        <pc:picChg chg="add mod modCrop">
          <ac:chgData name="Monika Periyannan" userId="636aeac5ddcf9632" providerId="LiveId" clId="{F759EA95-3E04-4035-9C8C-99B5FC78855A}" dt="2026-07-23T02:35:08.176" v="512" actId="1076"/>
          <ac:picMkLst>
            <pc:docMk/>
            <pc:sldMk cId="3828907968" sldId="305"/>
            <ac:picMk id="8" creationId="{BF8001CC-2300-6B9D-28B1-56585EE20785}"/>
          </ac:picMkLst>
        </pc:picChg>
      </pc:sldChg>
      <pc:sldChg chg="addSp delSp modSp mod">
        <pc:chgData name="Monika Periyannan" userId="636aeac5ddcf9632" providerId="LiveId" clId="{F759EA95-3E04-4035-9C8C-99B5FC78855A}" dt="2026-07-23T04:07:31.877" v="644" actId="2711"/>
        <pc:sldMkLst>
          <pc:docMk/>
          <pc:sldMk cId="1866170143" sldId="306"/>
        </pc:sldMkLst>
        <pc:spChg chg="mod">
          <ac:chgData name="Monika Periyannan" userId="636aeac5ddcf9632" providerId="LiveId" clId="{F759EA95-3E04-4035-9C8C-99B5FC78855A}" dt="2026-07-23T02:37:37.660" v="548" actId="1076"/>
          <ac:spMkLst>
            <pc:docMk/>
            <pc:sldMk cId="1866170143" sldId="306"/>
            <ac:spMk id="2" creationId="{07800E22-862F-9FD1-ECA1-17D47C01D956}"/>
          </ac:spMkLst>
        </pc:spChg>
        <pc:spChg chg="mod">
          <ac:chgData name="Monika Periyannan" userId="636aeac5ddcf9632" providerId="LiveId" clId="{F759EA95-3E04-4035-9C8C-99B5FC78855A}" dt="2026-07-23T04:07:31.877" v="644" actId="2711"/>
          <ac:spMkLst>
            <pc:docMk/>
            <pc:sldMk cId="1866170143" sldId="306"/>
            <ac:spMk id="3" creationId="{F32160FF-1221-4755-24CE-74AE7FA377AF}"/>
          </ac:spMkLst>
        </pc:spChg>
        <pc:picChg chg="mod">
          <ac:chgData name="Monika Periyannan" userId="636aeac5ddcf9632" providerId="LiveId" clId="{F759EA95-3E04-4035-9C8C-99B5FC78855A}" dt="2026-07-22T17:26:36.364" v="77" actId="1035"/>
          <ac:picMkLst>
            <pc:docMk/>
            <pc:sldMk cId="1866170143" sldId="306"/>
            <ac:picMk id="4" creationId="{D752607C-7F3C-1433-51E4-A7A351A4C9EF}"/>
          </ac:picMkLst>
        </pc:picChg>
        <pc:picChg chg="mod">
          <ac:chgData name="Monika Periyannan" userId="636aeac5ddcf9632" providerId="LiveId" clId="{F759EA95-3E04-4035-9C8C-99B5FC78855A}" dt="2026-07-22T17:26:39.509" v="80" actId="1035"/>
          <ac:picMkLst>
            <pc:docMk/>
            <pc:sldMk cId="1866170143" sldId="306"/>
            <ac:picMk id="5" creationId="{01AC1049-23EF-4727-8B50-2328E88698DB}"/>
          </ac:picMkLst>
        </pc:picChg>
        <pc:picChg chg="add del mod modCrop">
          <ac:chgData name="Monika Periyannan" userId="636aeac5ddcf9632" providerId="LiveId" clId="{F759EA95-3E04-4035-9C8C-99B5FC78855A}" dt="2026-07-23T01:40:15.333" v="476" actId="478"/>
          <ac:picMkLst>
            <pc:docMk/>
            <pc:sldMk cId="1866170143" sldId="306"/>
            <ac:picMk id="6" creationId="{A173B97B-18AD-F4F4-6C9C-9FE9953D825B}"/>
          </ac:picMkLst>
        </pc:picChg>
        <pc:picChg chg="add mod modCrop">
          <ac:chgData name="Monika Periyannan" userId="636aeac5ddcf9632" providerId="LiveId" clId="{F759EA95-3E04-4035-9C8C-99B5FC78855A}" dt="2026-07-23T02:37:59.061" v="552" actId="1076"/>
          <ac:picMkLst>
            <pc:docMk/>
            <pc:sldMk cId="1866170143" sldId="306"/>
            <ac:picMk id="7" creationId="{AC6DD984-8896-1979-B1C9-2FD2018E42CC}"/>
          </ac:picMkLst>
        </pc:picChg>
      </pc:sldChg>
      <pc:sldChg chg="addSp delSp modSp mod ord">
        <pc:chgData name="Monika Periyannan" userId="636aeac5ddcf9632" providerId="LiveId" clId="{F759EA95-3E04-4035-9C8C-99B5FC78855A}" dt="2026-07-23T02:32:47.588" v="489" actId="1076"/>
        <pc:sldMkLst>
          <pc:docMk/>
          <pc:sldMk cId="2351475917" sldId="309"/>
        </pc:sldMkLst>
        <pc:spChg chg="mod">
          <ac:chgData name="Monika Periyannan" userId="636aeac5ddcf9632" providerId="LiveId" clId="{F759EA95-3E04-4035-9C8C-99B5FC78855A}" dt="2026-07-23T01:25:05.376" v="396"/>
          <ac:spMkLst>
            <pc:docMk/>
            <pc:sldMk cId="2351475917" sldId="309"/>
            <ac:spMk id="8" creationId="{988D8EBE-F561-EBA4-F7BC-5C5F15ED7233}"/>
          </ac:spMkLst>
        </pc:spChg>
        <pc:picChg chg="add del mod">
          <ac:chgData name="Monika Periyannan" userId="636aeac5ddcf9632" providerId="LiveId" clId="{F759EA95-3E04-4035-9C8C-99B5FC78855A}" dt="2026-07-23T02:30:21.138" v="478" actId="478"/>
          <ac:picMkLst>
            <pc:docMk/>
            <pc:sldMk cId="2351475917" sldId="309"/>
            <ac:picMk id="5" creationId="{2ED41839-F4A4-4B52-8959-B4D13D9247FC}"/>
          </ac:picMkLst>
        </pc:picChg>
        <pc:picChg chg="add del">
          <ac:chgData name="Monika Periyannan" userId="636aeac5ddcf9632" providerId="LiveId" clId="{F759EA95-3E04-4035-9C8C-99B5FC78855A}" dt="2026-07-23T02:30:27.082" v="480" actId="22"/>
          <ac:picMkLst>
            <pc:docMk/>
            <pc:sldMk cId="2351475917" sldId="309"/>
            <ac:picMk id="7" creationId="{D5D9A009-CA7C-B07C-03E2-B553DED64F00}"/>
          </ac:picMkLst>
        </pc:picChg>
        <pc:picChg chg="add mod modCrop">
          <ac:chgData name="Monika Periyannan" userId="636aeac5ddcf9632" providerId="LiveId" clId="{F759EA95-3E04-4035-9C8C-99B5FC78855A}" dt="2026-07-23T02:32:47.588" v="489" actId="1076"/>
          <ac:picMkLst>
            <pc:docMk/>
            <pc:sldMk cId="2351475917" sldId="309"/>
            <ac:picMk id="9" creationId="{08983D56-8C56-5287-D7E3-2B33902DACA1}"/>
          </ac:picMkLst>
        </pc:picChg>
      </pc:sldChg>
      <pc:sldChg chg="addSp delSp modSp add mod">
        <pc:chgData name="Monika Periyannan" userId="636aeac5ddcf9632" providerId="LiveId" clId="{F759EA95-3E04-4035-9C8C-99B5FC78855A}" dt="2026-07-23T01:38:45.627" v="461" actId="1076"/>
        <pc:sldMkLst>
          <pc:docMk/>
          <pc:sldMk cId="3383930383" sldId="310"/>
        </pc:sldMkLst>
        <pc:spChg chg="mod">
          <ac:chgData name="Monika Periyannan" userId="636aeac5ddcf9632" providerId="LiveId" clId="{F759EA95-3E04-4035-9C8C-99B5FC78855A}" dt="2026-07-23T01:24:44.970" v="395"/>
          <ac:spMkLst>
            <pc:docMk/>
            <pc:sldMk cId="3383930383" sldId="310"/>
            <ac:spMk id="7" creationId="{E99C7B56-2F78-F019-22CB-00FC89278B3E}"/>
          </ac:spMkLst>
        </pc:spChg>
        <pc:picChg chg="add mod modCrop">
          <ac:chgData name="Monika Periyannan" userId="636aeac5ddcf9632" providerId="LiveId" clId="{F759EA95-3E04-4035-9C8C-99B5FC78855A}" dt="2026-07-23T01:38:45.627" v="461" actId="1076"/>
          <ac:picMkLst>
            <pc:docMk/>
            <pc:sldMk cId="3383930383" sldId="310"/>
            <ac:picMk id="5" creationId="{7E3F7B56-A2AD-2FE0-8D59-8315D6343D74}"/>
          </ac:picMkLst>
        </pc:picChg>
        <pc:picChg chg="del">
          <ac:chgData name="Monika Periyannan" userId="636aeac5ddcf9632" providerId="LiveId" clId="{F759EA95-3E04-4035-9C8C-99B5FC78855A}" dt="2026-07-23T01:35:37.473" v="444" actId="478"/>
          <ac:picMkLst>
            <pc:docMk/>
            <pc:sldMk cId="3383930383" sldId="310"/>
            <ac:picMk id="6" creationId="{8B6C3765-4054-5951-F832-78E39A9CDF46}"/>
          </ac:picMkLst>
        </pc:picChg>
      </pc:sldChg>
      <pc:sldChg chg="addSp delSp modSp add mod">
        <pc:chgData name="Monika Periyannan" userId="636aeac5ddcf9632" providerId="LiveId" clId="{F759EA95-3E04-4035-9C8C-99B5FC78855A}" dt="2026-07-23T01:35:20.541" v="443" actId="1076"/>
        <pc:sldMkLst>
          <pc:docMk/>
          <pc:sldMk cId="3729971206" sldId="311"/>
        </pc:sldMkLst>
        <pc:spChg chg="mod">
          <ac:chgData name="Monika Periyannan" userId="636aeac5ddcf9632" providerId="LiveId" clId="{F759EA95-3E04-4035-9C8C-99B5FC78855A}" dt="2026-07-22T18:08:44.260" v="372" actId="1076"/>
          <ac:spMkLst>
            <pc:docMk/>
            <pc:sldMk cId="3729971206" sldId="311"/>
            <ac:spMk id="2" creationId="{5293536A-260D-B06A-BF23-03D899D8C742}"/>
          </ac:spMkLst>
        </pc:spChg>
        <pc:spChg chg="del">
          <ac:chgData name="Monika Periyannan" userId="636aeac5ddcf9632" providerId="LiveId" clId="{F759EA95-3E04-4035-9C8C-99B5FC78855A}" dt="2026-07-23T01:31:10.661" v="419" actId="478"/>
          <ac:spMkLst>
            <pc:docMk/>
            <pc:sldMk cId="3729971206" sldId="311"/>
            <ac:spMk id="7" creationId="{F43F1F70-705C-7F8C-821B-5A29CC673296}"/>
          </ac:spMkLst>
        </pc:spChg>
        <pc:graphicFrameChg chg="add mod modGraphic">
          <ac:chgData name="Monika Periyannan" userId="636aeac5ddcf9632" providerId="LiveId" clId="{F759EA95-3E04-4035-9C8C-99B5FC78855A}" dt="2026-07-23T01:35:20.541" v="443" actId="1076"/>
          <ac:graphicFrameMkLst>
            <pc:docMk/>
            <pc:sldMk cId="3729971206" sldId="311"/>
            <ac:graphicFrameMk id="5" creationId="{283E0E05-DFA9-0EA6-D93C-E873A11CA67C}"/>
          </ac:graphicFrameMkLst>
        </pc:graphicFrameChg>
        <pc:picChg chg="del">
          <ac:chgData name="Monika Periyannan" userId="636aeac5ddcf9632" providerId="LiveId" clId="{F759EA95-3E04-4035-9C8C-99B5FC78855A}" dt="2026-07-23T01:31:12.594" v="420" actId="478"/>
          <ac:picMkLst>
            <pc:docMk/>
            <pc:sldMk cId="3729971206" sldId="311"/>
            <ac:picMk id="6" creationId="{4C210444-A10E-A41F-C807-2821B243E861}"/>
          </ac:picMkLst>
        </pc:picChg>
      </pc:sldChg>
      <pc:sldChg chg="addSp delSp modSp add mod">
        <pc:chgData name="Monika Periyannan" userId="636aeac5ddcf9632" providerId="LiveId" clId="{F759EA95-3E04-4035-9C8C-99B5FC78855A}" dt="2026-07-23T02:36:48.128" v="539" actId="1076"/>
        <pc:sldMkLst>
          <pc:docMk/>
          <pc:sldMk cId="4225688326" sldId="312"/>
        </pc:sldMkLst>
        <pc:spChg chg="mod">
          <ac:chgData name="Monika Periyannan" userId="636aeac5ddcf9632" providerId="LiveId" clId="{F759EA95-3E04-4035-9C8C-99B5FC78855A}" dt="2026-07-22T18:09:57.454" v="386" actId="20577"/>
          <ac:spMkLst>
            <pc:docMk/>
            <pc:sldMk cId="4225688326" sldId="312"/>
            <ac:spMk id="4" creationId="{D5A15185-F3FA-57BF-1084-504965670ED0}"/>
          </ac:spMkLst>
        </pc:spChg>
        <pc:spChg chg="mod">
          <ac:chgData name="Monika Periyannan" userId="636aeac5ddcf9632" providerId="LiveId" clId="{F759EA95-3E04-4035-9C8C-99B5FC78855A}" dt="2026-07-23T02:36:48.128" v="539" actId="1076"/>
          <ac:spMkLst>
            <pc:docMk/>
            <pc:sldMk cId="4225688326" sldId="312"/>
            <ac:spMk id="8" creationId="{A4705A80-58C7-5714-49AB-4A6B280741F2}"/>
          </ac:spMkLst>
        </pc:spChg>
        <pc:picChg chg="del">
          <ac:chgData name="Monika Periyannan" userId="636aeac5ddcf9632" providerId="LiveId" clId="{F759EA95-3E04-4035-9C8C-99B5FC78855A}" dt="2026-07-23T02:32:51.815" v="490" actId="478"/>
          <ac:picMkLst>
            <pc:docMk/>
            <pc:sldMk cId="4225688326" sldId="312"/>
            <ac:picMk id="5" creationId="{02B1BDF4-CFED-438D-F629-DE8FCBBC1353}"/>
          </ac:picMkLst>
        </pc:picChg>
        <pc:picChg chg="add mod modCrop">
          <ac:chgData name="Monika Periyannan" userId="636aeac5ddcf9632" providerId="LiveId" clId="{F759EA95-3E04-4035-9C8C-99B5FC78855A}" dt="2026-07-23T02:34:08.149" v="502" actId="1076"/>
          <ac:picMkLst>
            <pc:docMk/>
            <pc:sldMk cId="4225688326" sldId="312"/>
            <ac:picMk id="6" creationId="{E486DAD5-5BB8-6674-E60A-1905FC8B5352}"/>
          </ac:picMkLst>
        </pc:picChg>
      </pc:sldChg>
      <pc:sldChg chg="addSp delSp modSp add mod">
        <pc:chgData name="Monika Periyannan" userId="636aeac5ddcf9632" providerId="LiveId" clId="{F759EA95-3E04-4035-9C8C-99B5FC78855A}" dt="2026-07-23T02:41:22.387" v="596" actId="1076"/>
        <pc:sldMkLst>
          <pc:docMk/>
          <pc:sldMk cId="334889959" sldId="313"/>
        </pc:sldMkLst>
        <pc:spChg chg="mod">
          <ac:chgData name="Monika Periyannan" userId="636aeac5ddcf9632" providerId="LiveId" clId="{F759EA95-3E04-4035-9C8C-99B5FC78855A}" dt="2026-07-23T02:41:15.465" v="594" actId="14100"/>
          <ac:spMkLst>
            <pc:docMk/>
            <pc:sldMk cId="334889959" sldId="313"/>
            <ac:spMk id="2" creationId="{53215537-B2DC-E67C-E03D-D1F9B9942D2F}"/>
          </ac:spMkLst>
        </pc:spChg>
        <pc:spChg chg="mod">
          <ac:chgData name="Monika Periyannan" userId="636aeac5ddcf9632" providerId="LiveId" clId="{F759EA95-3E04-4035-9C8C-99B5FC78855A}" dt="2026-07-23T02:38:48.211" v="559" actId="1076"/>
          <ac:spMkLst>
            <pc:docMk/>
            <pc:sldMk cId="334889959" sldId="313"/>
            <ac:spMk id="3" creationId="{47CD89E7-5125-A380-66F1-9D26B98F0742}"/>
          </ac:spMkLst>
        </pc:spChg>
        <pc:picChg chg="del">
          <ac:chgData name="Monika Periyannan" userId="636aeac5ddcf9632" providerId="LiveId" clId="{F759EA95-3E04-4035-9C8C-99B5FC78855A}" dt="2026-07-23T01:40:19.066" v="477" actId="478"/>
          <ac:picMkLst>
            <pc:docMk/>
            <pc:sldMk cId="334889959" sldId="313"/>
            <ac:picMk id="6" creationId="{A8996FC3-C3ED-5FE1-BC8E-62EA7ECDDB15}"/>
          </ac:picMkLst>
        </pc:picChg>
        <pc:picChg chg="add del">
          <ac:chgData name="Monika Periyannan" userId="636aeac5ddcf9632" providerId="LiveId" clId="{F759EA95-3E04-4035-9C8C-99B5FC78855A}" dt="2026-07-23T02:40:29.597" v="586" actId="22"/>
          <ac:picMkLst>
            <pc:docMk/>
            <pc:sldMk cId="334889959" sldId="313"/>
            <ac:picMk id="8" creationId="{3A1813C7-6EF5-8358-9EEA-40BD04FDBE48}"/>
          </ac:picMkLst>
        </pc:picChg>
        <pc:picChg chg="add del">
          <ac:chgData name="Monika Periyannan" userId="636aeac5ddcf9632" providerId="LiveId" clId="{F759EA95-3E04-4035-9C8C-99B5FC78855A}" dt="2026-07-23T02:40:35.348" v="588" actId="22"/>
          <ac:picMkLst>
            <pc:docMk/>
            <pc:sldMk cId="334889959" sldId="313"/>
            <ac:picMk id="10" creationId="{FB7CB05C-CFD2-D428-09B4-E90AE66F75B1}"/>
          </ac:picMkLst>
        </pc:picChg>
        <pc:picChg chg="add mod modCrop">
          <ac:chgData name="Monika Periyannan" userId="636aeac5ddcf9632" providerId="LiveId" clId="{F759EA95-3E04-4035-9C8C-99B5FC78855A}" dt="2026-07-23T02:41:22.387" v="596" actId="1076"/>
          <ac:picMkLst>
            <pc:docMk/>
            <pc:sldMk cId="334889959" sldId="313"/>
            <ac:picMk id="11" creationId="{3AF67F85-AA4C-E0CF-64D7-13B0CCF80277}"/>
          </ac:picMkLst>
        </pc:picChg>
      </pc:sldChg>
      <pc:sldChg chg="addSp delSp modSp add mod">
        <pc:chgData name="Monika Periyannan" userId="636aeac5ddcf9632" providerId="LiveId" clId="{F759EA95-3E04-4035-9C8C-99B5FC78855A}" dt="2026-07-23T04:08:37.948" v="655" actId="1076"/>
        <pc:sldMkLst>
          <pc:docMk/>
          <pc:sldMk cId="1035353030" sldId="314"/>
        </pc:sldMkLst>
        <pc:spChg chg="mod">
          <ac:chgData name="Monika Periyannan" userId="636aeac5ddcf9632" providerId="LiveId" clId="{F759EA95-3E04-4035-9C8C-99B5FC78855A}" dt="2026-07-23T04:05:43.693" v="616" actId="1076"/>
          <ac:spMkLst>
            <pc:docMk/>
            <pc:sldMk cId="1035353030" sldId="314"/>
            <ac:spMk id="2" creationId="{E7F5A7AB-C65A-52B5-909E-3C4B08563961}"/>
          </ac:spMkLst>
        </pc:spChg>
        <pc:spChg chg="mod">
          <ac:chgData name="Monika Periyannan" userId="636aeac5ddcf9632" providerId="LiveId" clId="{F759EA95-3E04-4035-9C8C-99B5FC78855A}" dt="2026-07-23T02:42:06.790" v="604" actId="1076"/>
          <ac:spMkLst>
            <pc:docMk/>
            <pc:sldMk cId="1035353030" sldId="314"/>
            <ac:spMk id="3" creationId="{87C57BBC-9E41-FC7B-C6CD-44CB0B111CC8}"/>
          </ac:spMkLst>
        </pc:spChg>
        <pc:picChg chg="del">
          <ac:chgData name="Monika Periyannan" userId="636aeac5ddcf9632" providerId="LiveId" clId="{F759EA95-3E04-4035-9C8C-99B5FC78855A}" dt="2026-07-23T02:41:33.430" v="597" actId="478"/>
          <ac:picMkLst>
            <pc:docMk/>
            <pc:sldMk cId="1035353030" sldId="314"/>
            <ac:picMk id="6" creationId="{6A06E67B-15C6-2370-84EE-34CFA2CB3733}"/>
          </ac:picMkLst>
        </pc:picChg>
        <pc:picChg chg="add mod modCrop">
          <ac:chgData name="Monika Periyannan" userId="636aeac5ddcf9632" providerId="LiveId" clId="{F759EA95-3E04-4035-9C8C-99B5FC78855A}" dt="2026-07-23T04:08:37.948" v="655" actId="1076"/>
          <ac:picMkLst>
            <pc:docMk/>
            <pc:sldMk cId="1035353030" sldId="314"/>
            <ac:picMk id="7" creationId="{9174A8D8-C805-86BE-16C0-5AEEE472DDBA}"/>
          </ac:picMkLst>
        </pc:picChg>
        <pc:picChg chg="add mod">
          <ac:chgData name="Monika Periyannan" userId="636aeac5ddcf9632" providerId="LiveId" clId="{F759EA95-3E04-4035-9C8C-99B5FC78855A}" dt="2026-07-23T04:08:02.268" v="647"/>
          <ac:picMkLst>
            <pc:docMk/>
            <pc:sldMk cId="1035353030" sldId="314"/>
            <ac:picMk id="8" creationId="{3F941A7C-3B7C-3739-268D-3F69D1E15863}"/>
          </ac:picMkLst>
        </pc:picChg>
      </pc:sldChg>
      <pc:sldChg chg="addSp delSp modSp add mod">
        <pc:chgData name="Monika Periyannan" userId="636aeac5ddcf9632" providerId="LiveId" clId="{F759EA95-3E04-4035-9C8C-99B5FC78855A}" dt="2026-07-23T04:09:08.461" v="661" actId="1076"/>
        <pc:sldMkLst>
          <pc:docMk/>
          <pc:sldMk cId="1763607789" sldId="315"/>
        </pc:sldMkLst>
        <pc:spChg chg="mod">
          <ac:chgData name="Monika Periyannan" userId="636aeac5ddcf9632" providerId="LiveId" clId="{F759EA95-3E04-4035-9C8C-99B5FC78855A}" dt="2026-07-23T04:07:13.521" v="642" actId="1076"/>
          <ac:spMkLst>
            <pc:docMk/>
            <pc:sldMk cId="1763607789" sldId="315"/>
            <ac:spMk id="2" creationId="{7B079928-5C26-CD9F-55D4-43B6D0148A21}"/>
          </ac:spMkLst>
        </pc:spChg>
        <pc:spChg chg="mod">
          <ac:chgData name="Monika Periyannan" userId="636aeac5ddcf9632" providerId="LiveId" clId="{F759EA95-3E04-4035-9C8C-99B5FC78855A}" dt="2026-07-23T04:07:22.249" v="643" actId="2711"/>
          <ac:spMkLst>
            <pc:docMk/>
            <pc:sldMk cId="1763607789" sldId="315"/>
            <ac:spMk id="3" creationId="{6E336050-01CE-246F-6A06-E321F049422A}"/>
          </ac:spMkLst>
        </pc:spChg>
        <pc:picChg chg="del">
          <ac:chgData name="Monika Periyannan" userId="636aeac5ddcf9632" providerId="LiveId" clId="{F759EA95-3E04-4035-9C8C-99B5FC78855A}" dt="2026-07-23T04:05:48.202" v="617" actId="478"/>
          <ac:picMkLst>
            <pc:docMk/>
            <pc:sldMk cId="1763607789" sldId="315"/>
            <ac:picMk id="6" creationId="{9A15F1C9-C2D3-3325-E20B-85AAA795D5F4}"/>
          </ac:picMkLst>
        </pc:picChg>
        <pc:picChg chg="add mod modCrop">
          <ac:chgData name="Monika Periyannan" userId="636aeac5ddcf9632" providerId="LiveId" clId="{F759EA95-3E04-4035-9C8C-99B5FC78855A}" dt="2026-07-23T04:09:08.461" v="661" actId="1076"/>
          <ac:picMkLst>
            <pc:docMk/>
            <pc:sldMk cId="1763607789" sldId="315"/>
            <ac:picMk id="7" creationId="{4EAD5D9B-99DB-D873-F24B-13D190D5702A}"/>
          </ac:picMkLst>
        </pc:picChg>
      </pc:sldChg>
    </pc:docChg>
  </pc:docChgLst>
  <pc:docChgLst>
    <pc:chgData name="Thulasi I" userId="02cae29d05629c47" providerId="LiveId" clId="{B5385586-86AC-4735-820A-C5D4778B93AB}"/>
    <pc:docChg chg="undo redo custSel addSld modSld">
      <pc:chgData name="Thulasi I" userId="02cae29d05629c47" providerId="LiveId" clId="{B5385586-86AC-4735-820A-C5D4778B93AB}" dt="2026-07-24T17:17:40.720" v="420" actId="14100"/>
      <pc:docMkLst>
        <pc:docMk/>
      </pc:docMkLst>
      <pc:sldChg chg="addSp delSp modSp mod">
        <pc:chgData name="Thulasi I" userId="02cae29d05629c47" providerId="LiveId" clId="{B5385586-86AC-4735-820A-C5D4778B93AB}" dt="2026-07-24T16:30:36.315" v="176"/>
        <pc:sldMkLst>
          <pc:docMk/>
          <pc:sldMk cId="0" sldId="256"/>
        </pc:sldMkLst>
        <pc:spChg chg="mod">
          <ac:chgData name="Thulasi I" userId="02cae29d05629c47" providerId="LiveId" clId="{B5385586-86AC-4735-820A-C5D4778B93AB}" dt="2026-07-24T16:30:36.315" v="1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Thulasi I" userId="02cae29d05629c47" providerId="LiveId" clId="{B5385586-86AC-4735-820A-C5D4778B93AB}" dt="2026-07-24T16:09:29.971" v="11" actId="14100"/>
          <ac:spMkLst>
            <pc:docMk/>
            <pc:sldMk cId="0" sldId="256"/>
            <ac:spMk id="9" creationId="{28098409-85F6-0F2D-4500-161EB9B0447B}"/>
          </ac:spMkLst>
        </pc:spChg>
        <pc:spChg chg="add del mod">
          <ac:chgData name="Thulasi I" userId="02cae29d05629c47" providerId="LiveId" clId="{B5385586-86AC-4735-820A-C5D4778B93AB}" dt="2026-07-24T16:10:03.064" v="12" actId="14100"/>
          <ac:spMkLst>
            <pc:docMk/>
            <pc:sldMk cId="0" sldId="256"/>
            <ac:spMk id="10" creationId="{DA3FEC98-D515-71B1-F627-F38CD18D0984}"/>
          </ac:spMkLst>
        </pc:spChg>
      </pc:sldChg>
      <pc:sldChg chg="modSp mod">
        <pc:chgData name="Thulasi I" userId="02cae29d05629c47" providerId="LiveId" clId="{B5385586-86AC-4735-820A-C5D4778B93AB}" dt="2026-07-24T16:11:17.400" v="18" actId="1076"/>
        <pc:sldMkLst>
          <pc:docMk/>
          <pc:sldMk cId="0" sldId="260"/>
        </pc:sldMkLst>
        <pc:spChg chg="mod">
          <ac:chgData name="Thulasi I" userId="02cae29d05629c47" providerId="LiveId" clId="{B5385586-86AC-4735-820A-C5D4778B93AB}" dt="2026-07-24T16:10:53.588" v="14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Thulasi I" userId="02cae29d05629c47" providerId="LiveId" clId="{B5385586-86AC-4735-820A-C5D4778B93AB}" dt="2026-07-24T16:11:17.400" v="18" actId="1076"/>
          <ac:spMkLst>
            <pc:docMk/>
            <pc:sldMk cId="0" sldId="260"/>
            <ac:spMk id="8" creationId="{3F17E4B7-334B-139B-C09C-802CDE44FE3C}"/>
          </ac:spMkLst>
        </pc:spChg>
      </pc:sldChg>
      <pc:sldChg chg="modSp mod">
        <pc:chgData name="Thulasi I" userId="02cae29d05629c47" providerId="LiveId" clId="{B5385586-86AC-4735-820A-C5D4778B93AB}" dt="2026-07-24T16:56:03.018" v="405"/>
        <pc:sldMkLst>
          <pc:docMk/>
          <pc:sldMk cId="0" sldId="267"/>
        </pc:sldMkLst>
        <pc:spChg chg="mod">
          <ac:chgData name="Thulasi I" userId="02cae29d05629c47" providerId="LiveId" clId="{B5385586-86AC-4735-820A-C5D4778B93AB}" dt="2026-07-24T16:56:03.018" v="405"/>
          <ac:spMkLst>
            <pc:docMk/>
            <pc:sldMk cId="0" sldId="267"/>
            <ac:spMk id="2" creationId="{00000000-0000-0000-0000-000000000000}"/>
          </ac:spMkLst>
        </pc:spChg>
      </pc:sldChg>
      <pc:sldChg chg="addSp delSp modSp mod">
        <pc:chgData name="Thulasi I" userId="02cae29d05629c47" providerId="LiveId" clId="{B5385586-86AC-4735-820A-C5D4778B93AB}" dt="2026-07-24T17:11:31.580" v="417" actId="14100"/>
        <pc:sldMkLst>
          <pc:docMk/>
          <pc:sldMk cId="3174108139" sldId="304"/>
        </pc:sldMkLst>
        <pc:spChg chg="add del">
          <ac:chgData name="Thulasi I" userId="02cae29d05629c47" providerId="LiveId" clId="{B5385586-86AC-4735-820A-C5D4778B93AB}" dt="2026-07-24T17:10:57.406" v="411" actId="22"/>
          <ac:spMkLst>
            <pc:docMk/>
            <pc:sldMk cId="3174108139" sldId="304"/>
            <ac:spMk id="3" creationId="{E138C72F-61B4-62CC-B374-572549025153}"/>
          </ac:spMkLst>
        </pc:spChg>
        <pc:picChg chg="add del">
          <ac:chgData name="Thulasi I" userId="02cae29d05629c47" providerId="LiveId" clId="{B5385586-86AC-4735-820A-C5D4778B93AB}" dt="2026-07-24T17:10:53.445" v="408" actId="478"/>
          <ac:picMkLst>
            <pc:docMk/>
            <pc:sldMk cId="3174108139" sldId="304"/>
            <ac:picMk id="4" creationId="{2356180F-9D0C-3EAD-6B0D-266D2CFF686D}"/>
          </ac:picMkLst>
        </pc:picChg>
        <pc:picChg chg="add mod modCrop">
          <ac:chgData name="Thulasi I" userId="02cae29d05629c47" providerId="LiveId" clId="{B5385586-86AC-4735-820A-C5D4778B93AB}" dt="2026-07-24T17:11:31.580" v="417" actId="14100"/>
          <ac:picMkLst>
            <pc:docMk/>
            <pc:sldMk cId="3174108139" sldId="304"/>
            <ac:picMk id="9" creationId="{A131A268-D355-DCBC-0221-FE33875CEC97}"/>
          </ac:picMkLst>
        </pc:picChg>
      </pc:sldChg>
      <pc:sldChg chg="delSp modSp mod">
        <pc:chgData name="Thulasi I" userId="02cae29d05629c47" providerId="LiveId" clId="{B5385586-86AC-4735-820A-C5D4778B93AB}" dt="2026-07-24T16:49:02.125" v="339" actId="14100"/>
        <pc:sldMkLst>
          <pc:docMk/>
          <pc:sldMk cId="3828907968" sldId="305"/>
        </pc:sldMkLst>
        <pc:spChg chg="mod">
          <ac:chgData name="Thulasi I" userId="02cae29d05629c47" providerId="LiveId" clId="{B5385586-86AC-4735-820A-C5D4778B93AB}" dt="2026-07-24T16:41:27.312" v="290" actId="255"/>
          <ac:spMkLst>
            <pc:docMk/>
            <pc:sldMk cId="3828907968" sldId="305"/>
            <ac:spMk id="5" creationId="{CFE360C5-62E1-0050-C3ED-F80D933A5092}"/>
          </ac:spMkLst>
        </pc:spChg>
        <pc:spChg chg="mod">
          <ac:chgData name="Thulasi I" userId="02cae29d05629c47" providerId="LiveId" clId="{B5385586-86AC-4735-820A-C5D4778B93AB}" dt="2026-07-24T16:49:02.125" v="339" actId="14100"/>
          <ac:spMkLst>
            <pc:docMk/>
            <pc:sldMk cId="3828907968" sldId="305"/>
            <ac:spMk id="7" creationId="{2CD5B316-60D9-88CB-81AC-EBAFB8B31CC9}"/>
          </ac:spMkLst>
        </pc:spChg>
        <pc:picChg chg="mod">
          <ac:chgData name="Thulasi I" userId="02cae29d05629c47" providerId="LiveId" clId="{B5385586-86AC-4735-820A-C5D4778B93AB}" dt="2026-07-24T16:35:27.428" v="242" actId="1076"/>
          <ac:picMkLst>
            <pc:docMk/>
            <pc:sldMk cId="3828907968" sldId="305"/>
            <ac:picMk id="2" creationId="{EA67748F-A32B-EE40-D4E8-82A039EEDD80}"/>
          </ac:picMkLst>
        </pc:picChg>
        <pc:picChg chg="mod">
          <ac:chgData name="Thulasi I" userId="02cae29d05629c47" providerId="LiveId" clId="{B5385586-86AC-4735-820A-C5D4778B93AB}" dt="2026-07-24T16:35:25.482" v="241" actId="1076"/>
          <ac:picMkLst>
            <pc:docMk/>
            <pc:sldMk cId="3828907968" sldId="305"/>
            <ac:picMk id="6" creationId="{BA77DA75-8183-8F98-DB2A-A5BFCC873BEC}"/>
          </ac:picMkLst>
        </pc:picChg>
        <pc:picChg chg="del">
          <ac:chgData name="Thulasi I" userId="02cae29d05629c47" providerId="LiveId" clId="{B5385586-86AC-4735-820A-C5D4778B93AB}" dt="2026-07-24T16:47:37.984" v="329" actId="478"/>
          <ac:picMkLst>
            <pc:docMk/>
            <pc:sldMk cId="3828907968" sldId="305"/>
            <ac:picMk id="8" creationId="{BF8001CC-2300-6B9D-28B1-56585EE20785}"/>
          </ac:picMkLst>
        </pc:picChg>
      </pc:sldChg>
      <pc:sldChg chg="delSp modSp mod">
        <pc:chgData name="Thulasi I" userId="02cae29d05629c47" providerId="LiveId" clId="{B5385586-86AC-4735-820A-C5D4778B93AB}" dt="2026-07-24T16:50:14.373" v="352" actId="1076"/>
        <pc:sldMkLst>
          <pc:docMk/>
          <pc:sldMk cId="1866170143" sldId="306"/>
        </pc:sldMkLst>
        <pc:spChg chg="mod">
          <ac:chgData name="Thulasi I" userId="02cae29d05629c47" providerId="LiveId" clId="{B5385586-86AC-4735-820A-C5D4778B93AB}" dt="2026-07-24T16:50:14.373" v="352" actId="1076"/>
          <ac:spMkLst>
            <pc:docMk/>
            <pc:sldMk cId="1866170143" sldId="306"/>
            <ac:spMk id="2" creationId="{07800E22-862F-9FD1-ECA1-17D47C01D956}"/>
          </ac:spMkLst>
        </pc:spChg>
        <pc:spChg chg="mod">
          <ac:chgData name="Thulasi I" userId="02cae29d05629c47" providerId="LiveId" clId="{B5385586-86AC-4735-820A-C5D4778B93AB}" dt="2026-07-24T16:41:20.653" v="289" actId="255"/>
          <ac:spMkLst>
            <pc:docMk/>
            <pc:sldMk cId="1866170143" sldId="306"/>
            <ac:spMk id="3" creationId="{F32160FF-1221-4755-24CE-74AE7FA377AF}"/>
          </ac:spMkLst>
        </pc:spChg>
        <pc:picChg chg="mod">
          <ac:chgData name="Thulasi I" userId="02cae29d05629c47" providerId="LiveId" clId="{B5385586-86AC-4735-820A-C5D4778B93AB}" dt="2026-07-24T16:36:42.810" v="250" actId="1076"/>
          <ac:picMkLst>
            <pc:docMk/>
            <pc:sldMk cId="1866170143" sldId="306"/>
            <ac:picMk id="4" creationId="{D752607C-7F3C-1433-51E4-A7A351A4C9EF}"/>
          </ac:picMkLst>
        </pc:picChg>
        <pc:picChg chg="mod">
          <ac:chgData name="Thulasi I" userId="02cae29d05629c47" providerId="LiveId" clId="{B5385586-86AC-4735-820A-C5D4778B93AB}" dt="2026-07-24T16:36:44.810" v="251" actId="1076"/>
          <ac:picMkLst>
            <pc:docMk/>
            <pc:sldMk cId="1866170143" sldId="306"/>
            <ac:picMk id="5" creationId="{01AC1049-23EF-4727-8B50-2328E88698DB}"/>
          </ac:picMkLst>
        </pc:picChg>
        <pc:picChg chg="del">
          <ac:chgData name="Thulasi I" userId="02cae29d05629c47" providerId="LiveId" clId="{B5385586-86AC-4735-820A-C5D4778B93AB}" dt="2026-07-24T16:42:58.302" v="291" actId="478"/>
          <ac:picMkLst>
            <pc:docMk/>
            <pc:sldMk cId="1866170143" sldId="306"/>
            <ac:picMk id="7" creationId="{AC6DD984-8896-1979-B1C9-2FD2018E42CC}"/>
          </ac:picMkLst>
        </pc:picChg>
      </pc:sldChg>
      <pc:sldChg chg="addSp delSp modSp mod">
        <pc:chgData name="Thulasi I" userId="02cae29d05629c47" providerId="LiveId" clId="{B5385586-86AC-4735-820A-C5D4778B93AB}" dt="2026-07-24T17:17:40.720" v="420" actId="14100"/>
        <pc:sldMkLst>
          <pc:docMk/>
          <pc:sldMk cId="2351475917" sldId="309"/>
        </pc:sldMkLst>
        <pc:spChg chg="add mod">
          <ac:chgData name="Thulasi I" userId="02cae29d05629c47" providerId="LiveId" clId="{B5385586-86AC-4735-820A-C5D4778B93AB}" dt="2026-07-24T17:17:40.720" v="420" actId="14100"/>
          <ac:spMkLst>
            <pc:docMk/>
            <pc:sldMk cId="2351475917" sldId="309"/>
            <ac:spMk id="6" creationId="{8B42C19C-9C5D-286E-F27B-13E8540ACBE4}"/>
          </ac:spMkLst>
        </pc:spChg>
        <pc:spChg chg="del mod">
          <ac:chgData name="Thulasi I" userId="02cae29d05629c47" providerId="LiveId" clId="{B5385586-86AC-4735-820A-C5D4778B93AB}" dt="2026-07-24T16:23:15.497" v="71"/>
          <ac:spMkLst>
            <pc:docMk/>
            <pc:sldMk cId="2351475917" sldId="309"/>
            <ac:spMk id="8" creationId="{988D8EBE-F561-EBA4-F7BC-5C5F15ED7233}"/>
          </ac:spMkLst>
        </pc:spChg>
        <pc:picChg chg="del">
          <ac:chgData name="Thulasi I" userId="02cae29d05629c47" providerId="LiveId" clId="{B5385586-86AC-4735-820A-C5D4778B93AB}" dt="2026-07-24T16:22:38.009" v="67" actId="478"/>
          <ac:picMkLst>
            <pc:docMk/>
            <pc:sldMk cId="2351475917" sldId="309"/>
            <ac:picMk id="9" creationId="{08983D56-8C56-5287-D7E3-2B33902DACA1}"/>
          </ac:picMkLst>
        </pc:picChg>
      </pc:sldChg>
      <pc:sldChg chg="delSp modSp mod">
        <pc:chgData name="Thulasi I" userId="02cae29d05629c47" providerId="LiveId" clId="{B5385586-86AC-4735-820A-C5D4778B93AB}" dt="2026-07-24T16:17:50.533" v="51" actId="948"/>
        <pc:sldMkLst>
          <pc:docMk/>
          <pc:sldMk cId="3383930383" sldId="310"/>
        </pc:sldMkLst>
        <pc:spChg chg="mod">
          <ac:chgData name="Thulasi I" userId="02cae29d05629c47" providerId="LiveId" clId="{B5385586-86AC-4735-820A-C5D4778B93AB}" dt="2026-07-24T16:17:50.533" v="51" actId="948"/>
          <ac:spMkLst>
            <pc:docMk/>
            <pc:sldMk cId="3383930383" sldId="310"/>
            <ac:spMk id="7" creationId="{E99C7B56-2F78-F019-22CB-00FC89278B3E}"/>
          </ac:spMkLst>
        </pc:spChg>
        <pc:picChg chg="del">
          <ac:chgData name="Thulasi I" userId="02cae29d05629c47" providerId="LiveId" clId="{B5385586-86AC-4735-820A-C5D4778B93AB}" dt="2026-07-24T16:16:58.843" v="45" actId="478"/>
          <ac:picMkLst>
            <pc:docMk/>
            <pc:sldMk cId="3383930383" sldId="310"/>
            <ac:picMk id="5" creationId="{7E3F7B56-A2AD-2FE0-8D59-8315D6343D74}"/>
          </ac:picMkLst>
        </pc:picChg>
      </pc:sldChg>
      <pc:sldChg chg="addSp delSp modSp mod">
        <pc:chgData name="Thulasi I" userId="02cae29d05629c47" providerId="LiveId" clId="{B5385586-86AC-4735-820A-C5D4778B93AB}" dt="2026-07-24T16:21:33.947" v="64" actId="14100"/>
        <pc:sldMkLst>
          <pc:docMk/>
          <pc:sldMk cId="3729971206" sldId="311"/>
        </pc:sldMkLst>
        <pc:graphicFrameChg chg="del modGraphic">
          <ac:chgData name="Thulasi I" userId="02cae29d05629c47" providerId="LiveId" clId="{B5385586-86AC-4735-820A-C5D4778B93AB}" dt="2026-07-24T16:20:27.570" v="53" actId="478"/>
          <ac:graphicFrameMkLst>
            <pc:docMk/>
            <pc:sldMk cId="3729971206" sldId="311"/>
            <ac:graphicFrameMk id="5" creationId="{283E0E05-DFA9-0EA6-D93C-E873A11CA67C}"/>
          </ac:graphicFrameMkLst>
        </pc:graphicFrameChg>
        <pc:graphicFrameChg chg="add mod modGraphic">
          <ac:chgData name="Thulasi I" userId="02cae29d05629c47" providerId="LiveId" clId="{B5385586-86AC-4735-820A-C5D4778B93AB}" dt="2026-07-24T16:21:33.947" v="64" actId="14100"/>
          <ac:graphicFrameMkLst>
            <pc:docMk/>
            <pc:sldMk cId="3729971206" sldId="311"/>
            <ac:graphicFrameMk id="6" creationId="{2A875C06-3025-6948-3CC8-5C2402EBBB1F}"/>
          </ac:graphicFrameMkLst>
        </pc:graphicFrameChg>
      </pc:sldChg>
      <pc:sldChg chg="delSp modSp mod">
        <pc:chgData name="Thulasi I" userId="02cae29d05629c47" providerId="LiveId" clId="{B5385586-86AC-4735-820A-C5D4778B93AB}" dt="2026-07-24T16:25:57.293" v="109" actId="1076"/>
        <pc:sldMkLst>
          <pc:docMk/>
          <pc:sldMk cId="4225688326" sldId="312"/>
        </pc:sldMkLst>
        <pc:spChg chg="mod">
          <ac:chgData name="Thulasi I" userId="02cae29d05629c47" providerId="LiveId" clId="{B5385586-86AC-4735-820A-C5D4778B93AB}" dt="2026-07-24T16:25:57.293" v="109" actId="1076"/>
          <ac:spMkLst>
            <pc:docMk/>
            <pc:sldMk cId="4225688326" sldId="312"/>
            <ac:spMk id="8" creationId="{A4705A80-58C7-5714-49AB-4A6B280741F2}"/>
          </ac:spMkLst>
        </pc:spChg>
        <pc:picChg chg="del">
          <ac:chgData name="Thulasi I" userId="02cae29d05629c47" providerId="LiveId" clId="{B5385586-86AC-4735-820A-C5D4778B93AB}" dt="2026-07-24T16:25:14.847" v="95" actId="478"/>
          <ac:picMkLst>
            <pc:docMk/>
            <pc:sldMk cId="4225688326" sldId="312"/>
            <ac:picMk id="6" creationId="{E486DAD5-5BB8-6674-E60A-1905FC8B5352}"/>
          </ac:picMkLst>
        </pc:picChg>
      </pc:sldChg>
      <pc:sldChg chg="delSp modSp mod">
        <pc:chgData name="Thulasi I" userId="02cae29d05629c47" providerId="LiveId" clId="{B5385586-86AC-4735-820A-C5D4778B93AB}" dt="2026-07-24T16:51:41.579" v="364" actId="14100"/>
        <pc:sldMkLst>
          <pc:docMk/>
          <pc:sldMk cId="334889959" sldId="313"/>
        </pc:sldMkLst>
        <pc:spChg chg="mod">
          <ac:chgData name="Thulasi I" userId="02cae29d05629c47" providerId="LiveId" clId="{B5385586-86AC-4735-820A-C5D4778B93AB}" dt="2026-07-24T16:51:41.579" v="364" actId="14100"/>
          <ac:spMkLst>
            <pc:docMk/>
            <pc:sldMk cId="334889959" sldId="313"/>
            <ac:spMk id="2" creationId="{53215537-B2DC-E67C-E03D-D1F9B9942D2F}"/>
          </ac:spMkLst>
        </pc:spChg>
        <pc:spChg chg="mod">
          <ac:chgData name="Thulasi I" userId="02cae29d05629c47" providerId="LiveId" clId="{B5385586-86AC-4735-820A-C5D4778B93AB}" dt="2026-07-24T16:51:36.989" v="362" actId="1076"/>
          <ac:spMkLst>
            <pc:docMk/>
            <pc:sldMk cId="334889959" sldId="313"/>
            <ac:spMk id="3" creationId="{47CD89E7-5125-A380-66F1-9D26B98F0742}"/>
          </ac:spMkLst>
        </pc:spChg>
        <pc:picChg chg="mod">
          <ac:chgData name="Thulasi I" userId="02cae29d05629c47" providerId="LiveId" clId="{B5385586-86AC-4735-820A-C5D4778B93AB}" dt="2026-07-24T16:38:10.576" v="259" actId="1076"/>
          <ac:picMkLst>
            <pc:docMk/>
            <pc:sldMk cId="334889959" sldId="313"/>
            <ac:picMk id="4" creationId="{3649C5F5-D2CE-3F0E-5602-B320D9FB9062}"/>
          </ac:picMkLst>
        </pc:picChg>
        <pc:picChg chg="mod">
          <ac:chgData name="Thulasi I" userId="02cae29d05629c47" providerId="LiveId" clId="{B5385586-86AC-4735-820A-C5D4778B93AB}" dt="2026-07-24T16:38:07.986" v="258" actId="1076"/>
          <ac:picMkLst>
            <pc:docMk/>
            <pc:sldMk cId="334889959" sldId="313"/>
            <ac:picMk id="5" creationId="{0C4453CF-8B53-3321-2D84-B3D9FEA73AFC}"/>
          </ac:picMkLst>
        </pc:picChg>
        <pc:picChg chg="del">
          <ac:chgData name="Thulasi I" userId="02cae29d05629c47" providerId="LiveId" clId="{B5385586-86AC-4735-820A-C5D4778B93AB}" dt="2026-07-24T16:51:10.480" v="356" actId="478"/>
          <ac:picMkLst>
            <pc:docMk/>
            <pc:sldMk cId="334889959" sldId="313"/>
            <ac:picMk id="11" creationId="{3AF67F85-AA4C-E0CF-64D7-13B0CCF80277}"/>
          </ac:picMkLst>
        </pc:picChg>
      </pc:sldChg>
      <pc:sldChg chg="delSp modSp mod">
        <pc:chgData name="Thulasi I" userId="02cae29d05629c47" providerId="LiveId" clId="{B5385586-86AC-4735-820A-C5D4778B93AB}" dt="2026-07-24T16:53:09.754" v="376" actId="1076"/>
        <pc:sldMkLst>
          <pc:docMk/>
          <pc:sldMk cId="1035353030" sldId="314"/>
        </pc:sldMkLst>
        <pc:spChg chg="mod">
          <ac:chgData name="Thulasi I" userId="02cae29d05629c47" providerId="LiveId" clId="{B5385586-86AC-4735-820A-C5D4778B93AB}" dt="2026-07-24T16:53:09.754" v="376" actId="1076"/>
          <ac:spMkLst>
            <pc:docMk/>
            <pc:sldMk cId="1035353030" sldId="314"/>
            <ac:spMk id="2" creationId="{E7F5A7AB-C65A-52B5-909E-3C4B08563961}"/>
          </ac:spMkLst>
        </pc:spChg>
        <pc:spChg chg="mod">
          <ac:chgData name="Thulasi I" userId="02cae29d05629c47" providerId="LiveId" clId="{B5385586-86AC-4735-820A-C5D4778B93AB}" dt="2026-07-24T16:52:58.946" v="374" actId="1076"/>
          <ac:spMkLst>
            <pc:docMk/>
            <pc:sldMk cId="1035353030" sldId="314"/>
            <ac:spMk id="3" creationId="{87C57BBC-9E41-FC7B-C6CD-44CB0B111CC8}"/>
          </ac:spMkLst>
        </pc:spChg>
        <pc:picChg chg="del">
          <ac:chgData name="Thulasi I" userId="02cae29d05629c47" providerId="LiveId" clId="{B5385586-86AC-4735-820A-C5D4778B93AB}" dt="2026-07-24T16:52:03.405" v="365" actId="478"/>
          <ac:picMkLst>
            <pc:docMk/>
            <pc:sldMk cId="1035353030" sldId="314"/>
            <ac:picMk id="7" creationId="{9174A8D8-C805-86BE-16C0-5AEEE472DDBA}"/>
          </ac:picMkLst>
        </pc:picChg>
      </pc:sldChg>
      <pc:sldChg chg="delSp modSp mod">
        <pc:chgData name="Thulasi I" userId="02cae29d05629c47" providerId="LiveId" clId="{B5385586-86AC-4735-820A-C5D4778B93AB}" dt="2026-07-24T16:54:31.297" v="389" actId="1076"/>
        <pc:sldMkLst>
          <pc:docMk/>
          <pc:sldMk cId="1763607789" sldId="315"/>
        </pc:sldMkLst>
        <pc:spChg chg="mod">
          <ac:chgData name="Thulasi I" userId="02cae29d05629c47" providerId="LiveId" clId="{B5385586-86AC-4735-820A-C5D4778B93AB}" dt="2026-07-24T16:54:31.297" v="389" actId="1076"/>
          <ac:spMkLst>
            <pc:docMk/>
            <pc:sldMk cId="1763607789" sldId="315"/>
            <ac:spMk id="2" creationId="{7B079928-5C26-CD9F-55D4-43B6D0148A21}"/>
          </ac:spMkLst>
        </pc:spChg>
        <pc:spChg chg="mod">
          <ac:chgData name="Thulasi I" userId="02cae29d05629c47" providerId="LiveId" clId="{B5385586-86AC-4735-820A-C5D4778B93AB}" dt="2026-07-24T16:54:27.266" v="388" actId="14100"/>
          <ac:spMkLst>
            <pc:docMk/>
            <pc:sldMk cId="1763607789" sldId="315"/>
            <ac:spMk id="3" creationId="{6E336050-01CE-246F-6A06-E321F049422A}"/>
          </ac:spMkLst>
        </pc:spChg>
        <pc:picChg chg="del">
          <ac:chgData name="Thulasi I" userId="02cae29d05629c47" providerId="LiveId" clId="{B5385586-86AC-4735-820A-C5D4778B93AB}" dt="2026-07-24T16:53:55.967" v="382" actId="478"/>
          <ac:picMkLst>
            <pc:docMk/>
            <pc:sldMk cId="1763607789" sldId="315"/>
            <ac:picMk id="7" creationId="{4EAD5D9B-99DB-D873-F24B-13D190D5702A}"/>
          </ac:picMkLst>
        </pc:picChg>
      </pc:sldChg>
      <pc:sldChg chg="delSp modSp add mod">
        <pc:chgData name="Thulasi I" userId="02cae29d05629c47" providerId="LiveId" clId="{B5385586-86AC-4735-820A-C5D4778B93AB}" dt="2026-07-24T16:55:37.107" v="402" actId="14100"/>
        <pc:sldMkLst>
          <pc:docMk/>
          <pc:sldMk cId="1122743082" sldId="316"/>
        </pc:sldMkLst>
        <pc:spChg chg="mod">
          <ac:chgData name="Thulasi I" userId="02cae29d05629c47" providerId="LiveId" clId="{B5385586-86AC-4735-820A-C5D4778B93AB}" dt="2026-07-24T16:55:37.107" v="402" actId="14100"/>
          <ac:spMkLst>
            <pc:docMk/>
            <pc:sldMk cId="1122743082" sldId="316"/>
            <ac:spMk id="2" creationId="{21CFFF7A-B99A-693B-E421-FA7EACA8D027}"/>
          </ac:spMkLst>
        </pc:spChg>
        <pc:spChg chg="mod">
          <ac:chgData name="Thulasi I" userId="02cae29d05629c47" providerId="LiveId" clId="{B5385586-86AC-4735-820A-C5D4778B93AB}" dt="2026-07-24T16:40:37.355" v="284" actId="20577"/>
          <ac:spMkLst>
            <pc:docMk/>
            <pc:sldMk cId="1122743082" sldId="316"/>
            <ac:spMk id="3" creationId="{98BD0226-907A-46E0-3605-66BC99A89D8B}"/>
          </ac:spMkLst>
        </pc:spChg>
        <pc:picChg chg="del">
          <ac:chgData name="Thulasi I" userId="02cae29d05629c47" providerId="LiveId" clId="{B5385586-86AC-4735-820A-C5D4778B93AB}" dt="2026-07-24T16:55:06.167" v="393" actId="478"/>
          <ac:picMkLst>
            <pc:docMk/>
            <pc:sldMk cId="1122743082" sldId="316"/>
            <ac:picMk id="7" creationId="{BE1C9BB6-CC00-4B84-A0E4-73508D42D6D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359BC-59E3-4E9A-9861-0BF49EBDC942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1CE006-BAFD-4FA8-9E9B-B01FA0933D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205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CE006-BAFD-4FA8-9E9B-B01FA0933DF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866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CE006-BAFD-4FA8-9E9B-B01FA0933DF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69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71414" y="2102545"/>
            <a:ext cx="192024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7998" y="28081"/>
            <a:ext cx="4616003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086600" y="3630492"/>
            <a:ext cx="4800600" cy="50875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spc="-1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r>
              <a:rPr sz="2400" spc="-7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2400" spc="-2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800" dirty="0"/>
              <a:t>192311062          P.Reddy Renuka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192321117          Oviya M</a:t>
            </a:r>
            <a:endParaRPr lang="en-IN" sz="1800" dirty="0"/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800" dirty="0"/>
              <a:t>192421032</a:t>
            </a: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Thulasi I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800" dirty="0"/>
              <a:t>192521429</a:t>
            </a: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800" dirty="0"/>
              <a:t>Maha Swetha 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800" dirty="0"/>
              <a:t>192425355</a:t>
            </a:r>
            <a:r>
              <a:rPr lang="en-US" sz="18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IN" sz="1800" dirty="0"/>
              <a:t>Yambadi thanushma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800" dirty="0"/>
              <a:t>192425177</a:t>
            </a: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800" dirty="0"/>
              <a:t>Yarrabolu Navya 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pc="-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pc="-25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pc="-25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3FEC98-D515-71B1-F627-F38CD18D0984}"/>
              </a:ext>
            </a:extLst>
          </p:cNvPr>
          <p:cNvSpPr txBox="1"/>
          <p:nvPr/>
        </p:nvSpPr>
        <p:spPr>
          <a:xfrm>
            <a:off x="1143000" y="2519622"/>
            <a:ext cx="98126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ITA0502– COMPUTER VISION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5F1620-4E9A-C4F9-9CC5-6A5289C687FD}"/>
              </a:ext>
            </a:extLst>
          </p:cNvPr>
          <p:cNvSpPr txBox="1"/>
          <p:nvPr/>
        </p:nvSpPr>
        <p:spPr>
          <a:xfrm>
            <a:off x="381000" y="4038600"/>
            <a:ext cx="5291137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Program Director : </a:t>
            </a: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Dr. Sasi Rekha, Prof/CSE</a:t>
            </a:r>
          </a:p>
          <a:p>
            <a:pPr marL="12700" marR="508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Faculty:- </a:t>
            </a: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Mrs. R C Jeni Gracia, AP / CSE</a:t>
            </a:r>
            <a:endParaRPr kumimoji="0" lang="en-IN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SSE-Computer Science and Engineering">
            <a:extLst>
              <a:ext uri="{FF2B5EF4-FFF2-40B4-BE49-F238E27FC236}">
                <a16:creationId xmlns:a16="http://schemas.microsoft.com/office/drawing/2014/main" id="{A828A50E-EF19-CDD1-34FE-5D34AAF01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236" y="463932"/>
            <a:ext cx="10461523" cy="846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098409-85F6-0F2D-4500-161EB9B0447B}"/>
              </a:ext>
            </a:extLst>
          </p:cNvPr>
          <p:cNvSpPr txBox="1"/>
          <p:nvPr/>
        </p:nvSpPr>
        <p:spPr>
          <a:xfrm>
            <a:off x="1236318" y="1668823"/>
            <a:ext cx="97193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Attendance Management System Using Face Recognition with OpenCV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2800" y="404155"/>
            <a:ext cx="4616003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algn="ctr">
              <a:lnSpc>
                <a:spcPct val="100000"/>
              </a:lnSpc>
              <a:spcBef>
                <a:spcPts val="100"/>
              </a:spcBef>
            </a:pPr>
            <a:r>
              <a:rPr lang="en-US" sz="54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sz="5400" b="1" spc="-1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B67C31-356E-0941-C6D8-004559976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" y="152400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601704-DA6B-57B7-F8C0-53DE75AE0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17E4B7-334B-139B-C09C-802CDE44FE3C}"/>
              </a:ext>
            </a:extLst>
          </p:cNvPr>
          <p:cNvSpPr txBox="1"/>
          <p:nvPr/>
        </p:nvSpPr>
        <p:spPr>
          <a:xfrm>
            <a:off x="3733800" y="2286000"/>
            <a:ext cx="6400800" cy="2925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- Overall Design of Project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Introduction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ECEF3-856D-87BB-20E4-F306EB1E1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658B63E-B5EC-D40D-A03E-5AB4227C6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62400" y="404155"/>
            <a:ext cx="4616003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>
              <a:lnSpc>
                <a:spcPct val="100000"/>
              </a:lnSpc>
              <a:spcBef>
                <a:spcPts val="100"/>
              </a:spcBef>
            </a:pPr>
            <a:r>
              <a:rPr lang="en-US" sz="54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5400" b="1" spc="-1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AF2DC0-ADC4-CD93-3B30-5671078EF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" y="152400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3862CC-08D5-AABA-C735-4EDEC5B1A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E99C7B56-2F78-F019-22CB-00FC89278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788840"/>
            <a:ext cx="9753600" cy="3801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Attendance Management System Using OpenCV-Based Face Recognition automates the attendance process using computer vision.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detects and recognizes students' faces through a webcam.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is recorded automatically with the student's name, date, and time.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accuracy, saves time, and prevents proxy attendance.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demonstrates the practical application of OpenCV and Computer Vision in educational institutions.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930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72A3B-9BD8-07B8-462A-B1491964D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293536A-260D-B06A-BF23-03D899D8C7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6600" y="374370"/>
            <a:ext cx="5987603" cy="985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2C38E1-BC9B-F691-AB4F-E62BD0B85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52" y="152400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5A865B-85AD-FC48-A6D0-65CECDA88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875C06-3025-6948-3CC8-5C2402EBBB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140551"/>
              </p:ext>
            </p:extLst>
          </p:nvPr>
        </p:nvGraphicFramePr>
        <p:xfrm>
          <a:off x="228600" y="1840068"/>
          <a:ext cx="11696556" cy="4582274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924139">
                  <a:extLst>
                    <a:ext uri="{9D8B030D-6E8A-4147-A177-3AD203B41FA5}">
                      <a16:colId xmlns:a16="http://schemas.microsoft.com/office/drawing/2014/main" val="3713973542"/>
                    </a:ext>
                  </a:extLst>
                </a:gridCol>
                <a:gridCol w="2924139">
                  <a:extLst>
                    <a:ext uri="{9D8B030D-6E8A-4147-A177-3AD203B41FA5}">
                      <a16:colId xmlns:a16="http://schemas.microsoft.com/office/drawing/2014/main" val="4183501400"/>
                    </a:ext>
                  </a:extLst>
                </a:gridCol>
                <a:gridCol w="2924139">
                  <a:extLst>
                    <a:ext uri="{9D8B030D-6E8A-4147-A177-3AD203B41FA5}">
                      <a16:colId xmlns:a16="http://schemas.microsoft.com/office/drawing/2014/main" val="1964575438"/>
                    </a:ext>
                  </a:extLst>
                </a:gridCol>
                <a:gridCol w="2924139">
                  <a:extLst>
                    <a:ext uri="{9D8B030D-6E8A-4147-A177-3AD203B41FA5}">
                      <a16:colId xmlns:a16="http://schemas.microsoft.com/office/drawing/2014/main" val="4244133669"/>
                    </a:ext>
                  </a:extLst>
                </a:gridCol>
              </a:tblGrid>
              <a:tr h="317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Used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152033155"/>
                  </a:ext>
                </a:extLst>
              </a:tr>
              <a:tr h="794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Chandra et al. (2021)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OpenCV + Face Recognition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attendance with improved accuracy and reduced manual effort.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decreases under poor lighting and different face angles.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3833530846"/>
                  </a:ext>
                </a:extLst>
              </a:tr>
              <a:tr h="794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Ashwin Rao (2022)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 Recognition + Computer Vision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attendance system with reduced proxy attendance.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a high-quality camera for better recognition accuracy.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2675408399"/>
                  </a:ext>
                </a:extLst>
              </a:tr>
              <a:tr h="1032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Kumar et al. (2023)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OpenCV + Face Recognition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Reliable real-time face recognition for attendance management.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Recognition accuracy may decrease when multiple faces are present simultaneously.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3488828790"/>
                  </a:ext>
                </a:extLst>
              </a:tr>
              <a:tr h="794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Jayaraj Viswanathan et al. (2024)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OpenCV + Machine Learning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attendance efficiency with minimal human intervention.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may be affected by face masks and occlusions.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2681622854"/>
                  </a:ext>
                </a:extLst>
              </a:tr>
              <a:tr h="794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Divyanshu Bhardwaj et al. (2025)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OpenCV + Flask + Google API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and real-time attendance with cloud integration.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a stable internet connection for cloud-based features.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1685789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971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ADF86B-E886-BBC1-410D-8EFEFC2EB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48" y="152400"/>
            <a:ext cx="1103472" cy="13473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544DB0-6EC6-86E4-3C8D-7526556CB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2798" y="259118"/>
            <a:ext cx="1110754" cy="1133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C78C93-F319-FE29-2779-C9C9824B4773}"/>
              </a:ext>
            </a:extLst>
          </p:cNvPr>
          <p:cNvSpPr txBox="1"/>
          <p:nvPr/>
        </p:nvSpPr>
        <p:spPr>
          <a:xfrm>
            <a:off x="3008472" y="129279"/>
            <a:ext cx="6359059" cy="1189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800" b="1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42C19C-9C5D-286E-F27B-13E8540ACBE4}"/>
              </a:ext>
            </a:extLst>
          </p:cNvPr>
          <p:cNvSpPr txBox="1"/>
          <p:nvPr/>
        </p:nvSpPr>
        <p:spPr>
          <a:xfrm>
            <a:off x="1066800" y="1981200"/>
            <a:ext cx="952500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attendance methods are time-consuming and prone to human errors.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attendance allows proxy attendance and inaccurate record keeping.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face recognition systems may perform poorly under varying lighting conditions and face angles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is a need for a cost-effective, accurate, and real-time attendance system using OpenCV-based face recognition to automate attendance and improve efficiency.</a:t>
            </a:r>
          </a:p>
        </p:txBody>
      </p:sp>
    </p:spTree>
    <p:extLst>
      <p:ext uri="{BB962C8B-B14F-4D97-AF65-F5344CB8AC3E}">
        <p14:creationId xmlns:p14="http://schemas.microsoft.com/office/powerpoint/2010/main" val="2351475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29A9D-2186-C61E-A022-82D5CD4FA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768148-F03D-A51C-A80A-DF951221C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48" y="152400"/>
            <a:ext cx="1103472" cy="13473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D83745-EB0D-04EB-2EEB-C193944FC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2798" y="259118"/>
            <a:ext cx="1110754" cy="1133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A15185-F3FA-57BF-1084-504965670ED0}"/>
              </a:ext>
            </a:extLst>
          </p:cNvPr>
          <p:cNvSpPr txBox="1"/>
          <p:nvPr/>
        </p:nvSpPr>
        <p:spPr>
          <a:xfrm>
            <a:off x="3008472" y="129279"/>
            <a:ext cx="6359059" cy="106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4705A80-58C7-5714-49AB-4A6B28074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981200"/>
            <a:ext cx="8839200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smart attendance management system using OpenCV-based face recognition.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and recognize students' faces in real time using a webcam.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automatically record attendance with the student's name, date, and time.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effort, human errors, and proxy attendance.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accuracy and efficiency of attendance management. </a:t>
            </a:r>
          </a:p>
        </p:txBody>
      </p:sp>
    </p:spTree>
    <p:extLst>
      <p:ext uri="{BB962C8B-B14F-4D97-AF65-F5344CB8AC3E}">
        <p14:creationId xmlns:p14="http://schemas.microsoft.com/office/powerpoint/2010/main" val="4225688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4EF21E-7E02-0738-A3D5-BD1B6807E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28600"/>
            <a:ext cx="1103472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B03364-DF14-3A4E-0F4B-BBCC557E2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850" y="272175"/>
            <a:ext cx="1277150" cy="13037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60A53E-37CE-FCCF-13CD-255BFB1C6F12}"/>
              </a:ext>
            </a:extLst>
          </p:cNvPr>
          <p:cNvSpPr txBox="1"/>
          <p:nvPr/>
        </p:nvSpPr>
        <p:spPr>
          <a:xfrm>
            <a:off x="3733800" y="462389"/>
            <a:ext cx="731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31A268-D355-DCBC-0221-FE33875CEC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995"/>
          <a:stretch>
            <a:fillRect/>
          </a:stretch>
        </p:blipFill>
        <p:spPr>
          <a:xfrm>
            <a:off x="838200" y="2057400"/>
            <a:ext cx="103632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108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67748F-A32B-EE40-D4E8-82A039EED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43" y="329067"/>
            <a:ext cx="1103472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77DA75-8183-8F98-DB2A-A5BFCC873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4607" y="329067"/>
            <a:ext cx="1200950" cy="12259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71C86F-E165-18A1-17F5-71F8868C0B5B}"/>
              </a:ext>
            </a:extLst>
          </p:cNvPr>
          <p:cNvSpPr txBox="1"/>
          <p:nvPr/>
        </p:nvSpPr>
        <p:spPr>
          <a:xfrm>
            <a:off x="2895600" y="68580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E360C5-62E1-0050-C3ED-F80D933A5092}"/>
              </a:ext>
            </a:extLst>
          </p:cNvPr>
          <p:cNvSpPr txBox="1"/>
          <p:nvPr/>
        </p:nvSpPr>
        <p:spPr>
          <a:xfrm>
            <a:off x="1485900" y="185977"/>
            <a:ext cx="9220199" cy="1828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Student Registration &amp; Face Dataset Collection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CD5B316-60D9-88CB-81AC-EBAFB8B31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132665"/>
            <a:ext cx="9753600" cy="398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is the first step of the attendance system, where student information is registered.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student's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ID, Name, and other required details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entered into the system.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face images of each student are captured using a webcam.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captured images are stored in a dataset for future face recognition.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dataset is used to train the face recognition model and improve identification accuracy. </a:t>
            </a:r>
          </a:p>
        </p:txBody>
      </p:sp>
    </p:spTree>
    <p:extLst>
      <p:ext uri="{BB962C8B-B14F-4D97-AF65-F5344CB8AC3E}">
        <p14:creationId xmlns:p14="http://schemas.microsoft.com/office/powerpoint/2010/main" val="3828907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2160FF-1221-4755-24CE-74AE7FA377AF}"/>
              </a:ext>
            </a:extLst>
          </p:cNvPr>
          <p:cNvSpPr txBox="1"/>
          <p:nvPr/>
        </p:nvSpPr>
        <p:spPr>
          <a:xfrm>
            <a:off x="1943100" y="66554"/>
            <a:ext cx="8305800" cy="1612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&amp; Face Model Training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52607C-7F3C-1433-51E4-A7A351A4C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4340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AC1049-23EF-4727-8B50-2328E8869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2450" y="228600"/>
            <a:ext cx="1200950" cy="12259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7800E22-862F-9FD1-ECA1-17D47C01D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362200"/>
            <a:ext cx="9906000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preprocesses the captured face images to improve their quality.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features are extracted from the images using OpenCV techniques.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processed images are used to train the face recognition model.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trained model learns to identify registered students accurately.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trained model is saved and used for real-time face recognition in the next modules.</a:t>
            </a:r>
          </a:p>
        </p:txBody>
      </p:sp>
    </p:spTree>
    <p:extLst>
      <p:ext uri="{BB962C8B-B14F-4D97-AF65-F5344CB8AC3E}">
        <p14:creationId xmlns:p14="http://schemas.microsoft.com/office/powerpoint/2010/main" val="1866170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18178-D79D-F4D2-C44C-C5D35B89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CD89E7-5125-A380-66F1-9D26B98F0742}"/>
              </a:ext>
            </a:extLst>
          </p:cNvPr>
          <p:cNvSpPr txBox="1"/>
          <p:nvPr/>
        </p:nvSpPr>
        <p:spPr>
          <a:xfrm>
            <a:off x="1798884" y="533400"/>
            <a:ext cx="84475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Face Detection</a:t>
            </a:r>
          </a:p>
          <a:p>
            <a:pPr algn="ctr"/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49C5F5-D2CE-3F0E-5602-B320D9FB9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" y="194407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4453CF-8B53-3321-2D84-B3D9FEA73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3087" y="168793"/>
            <a:ext cx="1200950" cy="12259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3215537-B2DC-E67C-E03D-D1F9B9942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833" y="2181566"/>
            <a:ext cx="9435254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captures live video input from a webcam for attendance monitoring.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each video frame using OpenCV-based face detection techniques.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faces are identified and highlighted using bounding boxes.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module extracts face regions and prepares them for further recognition.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detected face information is transferred to the face recognition module for identification. </a:t>
            </a:r>
          </a:p>
        </p:txBody>
      </p:sp>
    </p:spTree>
    <p:extLst>
      <p:ext uri="{BB962C8B-B14F-4D97-AF65-F5344CB8AC3E}">
        <p14:creationId xmlns:p14="http://schemas.microsoft.com/office/powerpoint/2010/main" val="334889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9D7AC-7E69-8A0D-458F-602FF6659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C57BBC-9E41-FC7B-C6CD-44CB0B111CC8}"/>
              </a:ext>
            </a:extLst>
          </p:cNvPr>
          <p:cNvSpPr txBox="1"/>
          <p:nvPr/>
        </p:nvSpPr>
        <p:spPr>
          <a:xfrm>
            <a:off x="1828800" y="609600"/>
            <a:ext cx="8305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</a:t>
            </a:r>
            <a:r>
              <a:rPr lang="en-IN" sz="4000" b="1" dirty="0"/>
              <a:t>Face Recognition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0B2FEB-A973-1DF3-8EA3-076D87D12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AA1045-EC6D-D3F6-BFDB-E2E31B27E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50" y="152400"/>
            <a:ext cx="1200950" cy="12259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7F5A7AB-C65A-52B5-909E-3C4B08563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828800"/>
            <a:ext cx="10058400" cy="424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identifies registered students by comparing detected faces with the stored face dataset.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extracts facial features and matches them with the trained recognition model.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OpenCV-based face recognition techniques are used to achieve accurate identification.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recognized student's name and ID are displayed on the screen.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identified student details are sent to the attendance management module for recording. </a:t>
            </a:r>
          </a:p>
        </p:txBody>
      </p:sp>
    </p:spTree>
    <p:extLst>
      <p:ext uri="{BB962C8B-B14F-4D97-AF65-F5344CB8AC3E}">
        <p14:creationId xmlns:p14="http://schemas.microsoft.com/office/powerpoint/2010/main" val="1035353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746C3-6AE9-FA25-8C08-DDDD60A8D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336050-01CE-246F-6A06-E321F049422A}"/>
              </a:ext>
            </a:extLst>
          </p:cNvPr>
          <p:cNvSpPr txBox="1"/>
          <p:nvPr/>
        </p:nvSpPr>
        <p:spPr>
          <a:xfrm>
            <a:off x="1828800" y="381000"/>
            <a:ext cx="8458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5 –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Attendance Management</a:t>
            </a:r>
          </a:p>
          <a:p>
            <a:pPr algn="ctr" rtl="0"/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2AE876-9410-08BC-7DA3-72B3B8561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0DE5E1-790F-8421-962D-E340E1736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50" y="152400"/>
            <a:ext cx="1200950" cy="12259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079928-5C26-CD9F-55D4-43B6D0148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300" y="2438400"/>
            <a:ext cx="8915400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automatically marks attendance for students recognized by the face recognition system.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records the student's name, ID, date, and time of attendance.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prevents duplicate attendance entries by checking existing records.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attendance data is stored securely in a database or Excel file.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reduces manual effort and improves the accuracy of attendance management. </a:t>
            </a:r>
          </a:p>
        </p:txBody>
      </p:sp>
    </p:spTree>
    <p:extLst>
      <p:ext uri="{BB962C8B-B14F-4D97-AF65-F5344CB8AC3E}">
        <p14:creationId xmlns:p14="http://schemas.microsoft.com/office/powerpoint/2010/main" val="1763607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20C38-E132-74DC-269C-753590C2E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BD0226-907A-46E0-3605-66BC99A89D8B}"/>
              </a:ext>
            </a:extLst>
          </p:cNvPr>
          <p:cNvSpPr txBox="1"/>
          <p:nvPr/>
        </p:nvSpPr>
        <p:spPr>
          <a:xfrm>
            <a:off x="1600200" y="228600"/>
            <a:ext cx="8610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6– </a:t>
            </a:r>
            <a:r>
              <a:rPr lang="en-IN" sz="4000" b="1" dirty="0"/>
              <a:t>Attendance Report Generation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028341-578C-157D-4C08-8E80A83E5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9F0953-5D45-4917-9106-8DCF49ED1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50" y="152400"/>
            <a:ext cx="1200950" cy="12259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1CFFF7A-B99A-693B-E421-FA7EACA8D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108992"/>
            <a:ext cx="9982200" cy="419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generates attendance reports from the stored attendance records.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users to view attendance details based on students and dates.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and monthly attendance summaries can be created for monitoring purposes.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Attendance reports can be exported in formats such as Excel or PDF.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helps faculty efficiently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manage student attendance data.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743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2400" y="2907258"/>
            <a:ext cx="525780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n-IN" sz="6000" b="1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YOU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0" y="176667"/>
            <a:ext cx="1335513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4C0FCF-7D21-2B1B-CADD-5D366DB41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87" y="176667"/>
            <a:ext cx="1103472" cy="13473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2881</TotalTime>
  <Words>871</Words>
  <Application>Microsoft Office PowerPoint</Application>
  <PresentationFormat>Widescreen</PresentationFormat>
  <Paragraphs>106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Calibri</vt:lpstr>
      <vt:lpstr>Times New Roman</vt:lpstr>
      <vt:lpstr>Wingdings</vt:lpstr>
      <vt:lpstr>Office Theme</vt:lpstr>
      <vt:lpstr>PowerPoint Presentation</vt:lpstr>
      <vt:lpstr>Agenda</vt:lpstr>
      <vt:lpstr>Introduction</vt:lpstr>
      <vt:lpstr>Literature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siddartha y</dc:creator>
  <cp:lastModifiedBy>Thulasi I</cp:lastModifiedBy>
  <cp:revision>36</cp:revision>
  <dcterms:created xsi:type="dcterms:W3CDTF">2025-08-08T16:05:27Z</dcterms:created>
  <dcterms:modified xsi:type="dcterms:W3CDTF">2026-07-24T17:17:44Z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2025-08-08T00:00:00Z</vt:filetime>
  </property>
  <property fmtid="{D5CDD505-2E9C-101B-9397-08002B2CF9AE}" pid="3" name="Creator">
    <vt:lpwstr>Google</vt:lpwstr>
  </property>
  <property fmtid="{D5CDD505-2E9C-101B-9397-08002B2CF9AE}" pid="4" name="LastSaved">
    <vt:filetime>2025-08-08T00:00:00Z</vt:filetime>
  </property>
</Properties>
</file>